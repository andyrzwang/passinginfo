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3"/>
  </p:notes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4" r:id="rId9"/>
    <p:sldId id="265" r:id="rId10"/>
    <p:sldId id="266" r:id="rId11"/>
    <p:sldId id="268" r:id="rId12"/>
  </p:sldIdLst>
  <p:sldSz cx="9144000" cy="5143500" type="screen16x9"/>
  <p:notesSz cx="6858000" cy="9144000"/>
  <p:embeddedFontLst>
    <p:embeddedFont>
      <p:font typeface="Anaheim" panose="020B0604020202020204" charset="0"/>
      <p:regular r:id="rId14"/>
      <p:bold r:id="rId15"/>
    </p:embeddedFont>
    <p:embeddedFont>
      <p:font typeface="Assistant" pitchFamily="2" charset="-79"/>
      <p:regular r:id="rId16"/>
      <p:bold r:id="rId17"/>
    </p:embeddedFon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Hind" panose="02000000000000000000" pitchFamily="2" charset="0"/>
      <p:regular r:id="rId22"/>
      <p:bold r:id="rId23"/>
    </p:embeddedFont>
    <p:embeddedFont>
      <p:font typeface="Nunito Light" pitchFamily="2" charset="0"/>
      <p:regular r:id="rId24"/>
      <p:italic r:id="rId25"/>
    </p:embeddedFont>
    <p:embeddedFont>
      <p:font typeface="Playfair Display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532881-7DF0-4699-BD5D-3E462AF7DA21}">
  <a:tblStyle styleId="{A4532881-7DF0-4699-BD5D-3E462AF7DA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8135B7-9F45-4F24-AD47-AC3D5D811E2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01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06AF6BA1-B3C9-D2F4-D200-9120883C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4dfce81f19_0_45:notes">
            <a:extLst>
              <a:ext uri="{FF2B5EF4-FFF2-40B4-BE49-F238E27FC236}">
                <a16:creationId xmlns:a16="http://schemas.microsoft.com/office/drawing/2014/main" id="{7CBCB452-877E-4218-AC6B-552637DF79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4dfce81f19_0_45:notes">
            <a:extLst>
              <a:ext uri="{FF2B5EF4-FFF2-40B4-BE49-F238E27FC236}">
                <a16:creationId xmlns:a16="http://schemas.microsoft.com/office/drawing/2014/main" id="{E752084D-F604-D06A-CB19-ED4268643C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1556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12009164-3D01-A1C8-DA4C-0765D65F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4dfce81f19_0_45:notes">
            <a:extLst>
              <a:ext uri="{FF2B5EF4-FFF2-40B4-BE49-F238E27FC236}">
                <a16:creationId xmlns:a16="http://schemas.microsoft.com/office/drawing/2014/main" id="{3EF10C8D-117C-BE22-7A35-23E36D25D8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4dfce81f19_0_45:notes">
            <a:extLst>
              <a:ext uri="{FF2B5EF4-FFF2-40B4-BE49-F238E27FC236}">
                <a16:creationId xmlns:a16="http://schemas.microsoft.com/office/drawing/2014/main" id="{FE304C08-863E-4F74-E405-87B92F4C5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188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E48AAFB0-9CA8-8BA1-BBD3-094C4F8E4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4dda1946d_6_308:notes">
            <a:extLst>
              <a:ext uri="{FF2B5EF4-FFF2-40B4-BE49-F238E27FC236}">
                <a16:creationId xmlns:a16="http://schemas.microsoft.com/office/drawing/2014/main" id="{088306E6-6899-CD56-4A30-683D13215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4dda1946d_6_308:notes">
            <a:extLst>
              <a:ext uri="{FF2B5EF4-FFF2-40B4-BE49-F238E27FC236}">
                <a16:creationId xmlns:a16="http://schemas.microsoft.com/office/drawing/2014/main" id="{58309B6E-6CBE-D3A4-8EB1-C8A2346070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0840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FB19CE8C-A84D-855E-F5CA-AD8C0217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4dda1946d_6_308:notes">
            <a:extLst>
              <a:ext uri="{FF2B5EF4-FFF2-40B4-BE49-F238E27FC236}">
                <a16:creationId xmlns:a16="http://schemas.microsoft.com/office/drawing/2014/main" id="{9F22D79D-7071-A439-11BB-14070E7DF1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4dda1946d_6_308:notes">
            <a:extLst>
              <a:ext uri="{FF2B5EF4-FFF2-40B4-BE49-F238E27FC236}">
                <a16:creationId xmlns:a16="http://schemas.microsoft.com/office/drawing/2014/main" id="{F780C84D-8024-C75D-6EBF-DCB336A38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574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B3784829-6E4C-D211-F835-EAFF291E7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4dda1946d_6_308:notes">
            <a:extLst>
              <a:ext uri="{FF2B5EF4-FFF2-40B4-BE49-F238E27FC236}">
                <a16:creationId xmlns:a16="http://schemas.microsoft.com/office/drawing/2014/main" id="{47A81AA2-68C1-6E9D-E161-606FAA8FA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4dda1946d_6_308:notes">
            <a:extLst>
              <a:ext uri="{FF2B5EF4-FFF2-40B4-BE49-F238E27FC236}">
                <a16:creationId xmlns:a16="http://schemas.microsoft.com/office/drawing/2014/main" id="{D783E510-CDB9-2EB8-8C6A-C70ECA7746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1617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DD4D27CD-44F7-7BE8-FBEB-B6E0C2CBA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54dda1946d_6_308:notes">
            <a:extLst>
              <a:ext uri="{FF2B5EF4-FFF2-40B4-BE49-F238E27FC236}">
                <a16:creationId xmlns:a16="http://schemas.microsoft.com/office/drawing/2014/main" id="{8F95197B-0E67-0DA6-E905-7798A6C3AB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54dda1946d_6_308:notes">
            <a:extLst>
              <a:ext uri="{FF2B5EF4-FFF2-40B4-BE49-F238E27FC236}">
                <a16:creationId xmlns:a16="http://schemas.microsoft.com/office/drawing/2014/main" id="{21198A51-BD99-2631-8CB1-1642A74D40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692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476155" y="-1381362"/>
            <a:ext cx="11234024" cy="4239461"/>
            <a:chOff x="-1476155" y="-1381362"/>
            <a:chExt cx="11234024" cy="4239461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2070" y="-1381362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476155" y="-164350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095500" y="1075075"/>
            <a:ext cx="4953000" cy="230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095500" y="3437550"/>
            <a:ext cx="4953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268400" y="1796475"/>
            <a:ext cx="1746900" cy="1746900"/>
          </a:xfrm>
          <a:prstGeom prst="star16">
            <a:avLst>
              <a:gd name="adj" fmla="val 12349"/>
            </a:avLst>
          </a:prstGeom>
          <a:noFill/>
          <a:ln w="9525" cap="flat" cmpd="sng">
            <a:solidFill>
              <a:srgbClr val="9FA0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68400" y="1796475"/>
            <a:ext cx="1746900" cy="1746900"/>
          </a:xfrm>
          <a:prstGeom prst="star16">
            <a:avLst>
              <a:gd name="adj" fmla="val 12349"/>
            </a:avLst>
          </a:prstGeom>
          <a:noFill/>
          <a:ln w="9525" cap="flat" cmpd="sng">
            <a:solidFill>
              <a:srgbClr val="9FA0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17" name="Google Shape;17;p3"/>
          <p:cNvGrpSpPr/>
          <p:nvPr/>
        </p:nvGrpSpPr>
        <p:grpSpPr>
          <a:xfrm>
            <a:off x="-1423230" y="-1381362"/>
            <a:ext cx="11181099" cy="4624886"/>
            <a:chOff x="-1423230" y="-1381362"/>
            <a:chExt cx="11181099" cy="4624886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2070" y="-1381362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423230" y="221075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1445100" y="2447175"/>
            <a:ext cx="62538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224425"/>
            <a:ext cx="1652100" cy="116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445100" y="3363075"/>
            <a:ext cx="62538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>
            <a:off x="-1372793" y="1452275"/>
            <a:ext cx="12374862" cy="5254898"/>
            <a:chOff x="-1372793" y="1452275"/>
            <a:chExt cx="12374862" cy="5254898"/>
          </a:xfrm>
        </p:grpSpPr>
        <p:pic>
          <p:nvPicPr>
            <p:cNvPr id="25" name="Google Shape;25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372793" y="3684725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526270" y="1452275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" name="Google Shape;27;p4"/>
          <p:cNvGrpSpPr/>
          <p:nvPr/>
        </p:nvGrpSpPr>
        <p:grpSpPr>
          <a:xfrm rot="5400000">
            <a:off x="8520354" y="4429777"/>
            <a:ext cx="141291" cy="650946"/>
            <a:chOff x="7388274" y="3079824"/>
            <a:chExt cx="190650" cy="878351"/>
          </a:xfrm>
        </p:grpSpPr>
        <p:sp>
          <p:nvSpPr>
            <p:cNvPr id="28" name="Google Shape;28;p4"/>
            <p:cNvSpPr/>
            <p:nvPr/>
          </p:nvSpPr>
          <p:spPr>
            <a:xfrm rot="10800000">
              <a:off x="7388274" y="3079824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10800000">
              <a:off x="7388274" y="3299413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rot="10800000">
              <a:off x="7388274" y="3519002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10800000">
              <a:off x="7388274" y="3738591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4"/>
          <p:cNvGrpSpPr/>
          <p:nvPr/>
        </p:nvGrpSpPr>
        <p:grpSpPr>
          <a:xfrm>
            <a:off x="357973" y="392247"/>
            <a:ext cx="310624" cy="436455"/>
            <a:chOff x="4910769" y="3624534"/>
            <a:chExt cx="118999" cy="167198"/>
          </a:xfrm>
        </p:grpSpPr>
        <p:sp>
          <p:nvSpPr>
            <p:cNvPr id="33" name="Google Shape;33;p4"/>
            <p:cNvSpPr/>
            <p:nvPr/>
          </p:nvSpPr>
          <p:spPr>
            <a:xfrm>
              <a:off x="4970405" y="3624534"/>
              <a:ext cx="68" cy="167198"/>
            </a:xfrm>
            <a:custGeom>
              <a:avLst/>
              <a:gdLst/>
              <a:ahLst/>
              <a:cxnLst/>
              <a:rect l="l" t="t" r="r" b="b"/>
              <a:pathLst>
                <a:path w="1" h="2456" fill="none" extrusionOk="0">
                  <a:moveTo>
                    <a:pt x="0" y="0"/>
                  </a:moveTo>
                  <a:lnTo>
                    <a:pt x="0" y="245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772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0"/>
                  </a:moveTo>
                  <a:lnTo>
                    <a:pt x="1" y="77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4910769" y="3707794"/>
              <a:ext cx="118999" cy="68"/>
            </a:xfrm>
            <a:custGeom>
              <a:avLst/>
              <a:gdLst/>
              <a:ahLst/>
              <a:cxnLst/>
              <a:rect l="l" t="t" r="r" b="b"/>
              <a:pathLst>
                <a:path w="1748" h="1" fill="none" extrusionOk="0">
                  <a:moveTo>
                    <a:pt x="174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</p:grp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/>
          <p:nvPr/>
        </p:nvSpPr>
        <p:spPr>
          <a:xfrm rot="10800000">
            <a:off x="-898580" y="875335"/>
            <a:ext cx="1746900" cy="1746900"/>
          </a:xfrm>
          <a:prstGeom prst="star16">
            <a:avLst>
              <a:gd name="adj" fmla="val 12349"/>
            </a:avLst>
          </a:prstGeom>
          <a:noFill/>
          <a:ln w="9525" cap="flat" cmpd="sng">
            <a:solidFill>
              <a:srgbClr val="9FA0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83" name="Google Shape;83;p9"/>
          <p:cNvGrpSpPr/>
          <p:nvPr/>
        </p:nvGrpSpPr>
        <p:grpSpPr>
          <a:xfrm>
            <a:off x="-1340249" y="1714662"/>
            <a:ext cx="11763799" cy="4634411"/>
            <a:chOff x="-1340249" y="1714662"/>
            <a:chExt cx="11763799" cy="4634411"/>
          </a:xfrm>
        </p:grpSpPr>
        <p:pic>
          <p:nvPicPr>
            <p:cNvPr id="84" name="Google Shape;84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340249" y="3326624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6947751" y="1714662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9"/>
          <p:cNvSpPr txBox="1">
            <a:spLocks noGrp="1"/>
          </p:cNvSpPr>
          <p:nvPr>
            <p:ph type="title"/>
          </p:nvPr>
        </p:nvSpPr>
        <p:spPr>
          <a:xfrm>
            <a:off x="2135550" y="800099"/>
            <a:ext cx="4872900" cy="21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1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subTitle" idx="1"/>
          </p:nvPr>
        </p:nvSpPr>
        <p:spPr>
          <a:xfrm>
            <a:off x="2135550" y="29820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/>
          <p:nvPr/>
        </p:nvSpPr>
        <p:spPr>
          <a:xfrm>
            <a:off x="494262" y="4385676"/>
            <a:ext cx="437916" cy="436458"/>
          </a:xfrm>
          <a:custGeom>
            <a:avLst/>
            <a:gdLst/>
            <a:ahLst/>
            <a:cxnLst/>
            <a:rect l="l" t="t" r="r" b="b"/>
            <a:pathLst>
              <a:path w="42954" h="42811" extrusionOk="0">
                <a:moveTo>
                  <a:pt x="21089" y="0"/>
                </a:moveTo>
                <a:cubicBezTo>
                  <a:pt x="19985" y="511"/>
                  <a:pt x="19515" y="1329"/>
                  <a:pt x="19617" y="2575"/>
                </a:cubicBezTo>
                <a:cubicBezTo>
                  <a:pt x="19944" y="7173"/>
                  <a:pt x="20210" y="11770"/>
                  <a:pt x="20476" y="16348"/>
                </a:cubicBezTo>
                <a:cubicBezTo>
                  <a:pt x="20517" y="17206"/>
                  <a:pt x="20476" y="18044"/>
                  <a:pt x="20476" y="19025"/>
                </a:cubicBezTo>
                <a:cubicBezTo>
                  <a:pt x="20128" y="18636"/>
                  <a:pt x="19863" y="18371"/>
                  <a:pt x="19617" y="18085"/>
                </a:cubicBezTo>
                <a:cubicBezTo>
                  <a:pt x="16225" y="14243"/>
                  <a:pt x="12833" y="10422"/>
                  <a:pt x="9441" y="6580"/>
                </a:cubicBezTo>
                <a:cubicBezTo>
                  <a:pt x="8942" y="6024"/>
                  <a:pt x="8323" y="5739"/>
                  <a:pt x="7727" y="5739"/>
                </a:cubicBezTo>
                <a:cubicBezTo>
                  <a:pt x="7251" y="5739"/>
                  <a:pt x="6789" y="5922"/>
                  <a:pt x="6417" y="6294"/>
                </a:cubicBezTo>
                <a:cubicBezTo>
                  <a:pt x="5600" y="7132"/>
                  <a:pt x="5702" y="8419"/>
                  <a:pt x="6703" y="9298"/>
                </a:cubicBezTo>
                <a:cubicBezTo>
                  <a:pt x="10013" y="12240"/>
                  <a:pt x="13324" y="15163"/>
                  <a:pt x="16634" y="18105"/>
                </a:cubicBezTo>
                <a:cubicBezTo>
                  <a:pt x="17451" y="18820"/>
                  <a:pt x="18269" y="19556"/>
                  <a:pt x="19066" y="20291"/>
                </a:cubicBezTo>
                <a:cubicBezTo>
                  <a:pt x="16082" y="20291"/>
                  <a:pt x="13181" y="20128"/>
                  <a:pt x="10279" y="19965"/>
                </a:cubicBezTo>
                <a:cubicBezTo>
                  <a:pt x="7541" y="19801"/>
                  <a:pt x="4803" y="19638"/>
                  <a:pt x="2085" y="19515"/>
                </a:cubicBezTo>
                <a:cubicBezTo>
                  <a:pt x="2051" y="19513"/>
                  <a:pt x="2018" y="19513"/>
                  <a:pt x="1985" y="19513"/>
                </a:cubicBezTo>
                <a:cubicBezTo>
                  <a:pt x="1100" y="19513"/>
                  <a:pt x="502" y="20038"/>
                  <a:pt x="246" y="20925"/>
                </a:cubicBezTo>
                <a:cubicBezTo>
                  <a:pt x="1" y="21681"/>
                  <a:pt x="328" y="22621"/>
                  <a:pt x="1063" y="23030"/>
                </a:cubicBezTo>
                <a:cubicBezTo>
                  <a:pt x="1400" y="23198"/>
                  <a:pt x="1839" y="23298"/>
                  <a:pt x="2241" y="23298"/>
                </a:cubicBezTo>
                <a:cubicBezTo>
                  <a:pt x="2278" y="23298"/>
                  <a:pt x="2314" y="23297"/>
                  <a:pt x="2351" y="23295"/>
                </a:cubicBezTo>
                <a:cubicBezTo>
                  <a:pt x="7071" y="23050"/>
                  <a:pt x="11771" y="22744"/>
                  <a:pt x="16491" y="22478"/>
                </a:cubicBezTo>
                <a:cubicBezTo>
                  <a:pt x="16850" y="22452"/>
                  <a:pt x="17213" y="22444"/>
                  <a:pt x="17586" y="22444"/>
                </a:cubicBezTo>
                <a:cubicBezTo>
                  <a:pt x="18083" y="22444"/>
                  <a:pt x="18599" y="22457"/>
                  <a:pt x="19147" y="22457"/>
                </a:cubicBezTo>
                <a:cubicBezTo>
                  <a:pt x="18759" y="22805"/>
                  <a:pt x="18494" y="23070"/>
                  <a:pt x="18207" y="23336"/>
                </a:cubicBezTo>
                <a:cubicBezTo>
                  <a:pt x="14366" y="26728"/>
                  <a:pt x="10545" y="30120"/>
                  <a:pt x="6703" y="33512"/>
                </a:cubicBezTo>
                <a:cubicBezTo>
                  <a:pt x="5702" y="34391"/>
                  <a:pt x="5600" y="35678"/>
                  <a:pt x="6417" y="36516"/>
                </a:cubicBezTo>
                <a:cubicBezTo>
                  <a:pt x="6789" y="36889"/>
                  <a:pt x="7251" y="37071"/>
                  <a:pt x="7727" y="37071"/>
                </a:cubicBezTo>
                <a:cubicBezTo>
                  <a:pt x="8323" y="37071"/>
                  <a:pt x="8942" y="36786"/>
                  <a:pt x="9441" y="36230"/>
                </a:cubicBezTo>
                <a:cubicBezTo>
                  <a:pt x="12343" y="32940"/>
                  <a:pt x="15245" y="29650"/>
                  <a:pt x="18167" y="26360"/>
                </a:cubicBezTo>
                <a:cubicBezTo>
                  <a:pt x="18902" y="25523"/>
                  <a:pt x="19679" y="24705"/>
                  <a:pt x="20598" y="23663"/>
                </a:cubicBezTo>
                <a:lnTo>
                  <a:pt x="20598" y="23663"/>
                </a:lnTo>
                <a:cubicBezTo>
                  <a:pt x="20496" y="25809"/>
                  <a:pt x="20394" y="27668"/>
                  <a:pt x="20292" y="29507"/>
                </a:cubicBezTo>
                <a:cubicBezTo>
                  <a:pt x="20067" y="33226"/>
                  <a:pt x="19822" y="36945"/>
                  <a:pt x="19638" y="40685"/>
                </a:cubicBezTo>
                <a:cubicBezTo>
                  <a:pt x="19577" y="41897"/>
                  <a:pt x="20456" y="42810"/>
                  <a:pt x="21543" y="42810"/>
                </a:cubicBezTo>
                <a:cubicBezTo>
                  <a:pt x="21555" y="42810"/>
                  <a:pt x="21567" y="42810"/>
                  <a:pt x="21579" y="42810"/>
                </a:cubicBezTo>
                <a:cubicBezTo>
                  <a:pt x="22642" y="42789"/>
                  <a:pt x="23479" y="41870"/>
                  <a:pt x="23439" y="40685"/>
                </a:cubicBezTo>
                <a:cubicBezTo>
                  <a:pt x="23398" y="39152"/>
                  <a:pt x="23316" y="37620"/>
                  <a:pt x="23214" y="36087"/>
                </a:cubicBezTo>
                <a:cubicBezTo>
                  <a:pt x="22989" y="32204"/>
                  <a:pt x="22764" y="28342"/>
                  <a:pt x="22519" y="24460"/>
                </a:cubicBezTo>
                <a:cubicBezTo>
                  <a:pt x="22519" y="24276"/>
                  <a:pt x="22560" y="24092"/>
                  <a:pt x="22580" y="23765"/>
                </a:cubicBezTo>
                <a:cubicBezTo>
                  <a:pt x="24440" y="25870"/>
                  <a:pt x="26197" y="27832"/>
                  <a:pt x="27955" y="29814"/>
                </a:cubicBezTo>
                <a:cubicBezTo>
                  <a:pt x="29875" y="31980"/>
                  <a:pt x="31776" y="34146"/>
                  <a:pt x="33696" y="36291"/>
                </a:cubicBezTo>
                <a:cubicBezTo>
                  <a:pt x="34155" y="36812"/>
                  <a:pt x="34751" y="37058"/>
                  <a:pt x="35323" y="37058"/>
                </a:cubicBezTo>
                <a:cubicBezTo>
                  <a:pt x="36076" y="37058"/>
                  <a:pt x="36787" y="36631"/>
                  <a:pt x="37089" y="35842"/>
                </a:cubicBezTo>
                <a:cubicBezTo>
                  <a:pt x="37395" y="34984"/>
                  <a:pt x="37150" y="34207"/>
                  <a:pt x="36292" y="33451"/>
                </a:cubicBezTo>
                <a:cubicBezTo>
                  <a:pt x="32430" y="30038"/>
                  <a:pt x="28588" y="26626"/>
                  <a:pt x="24726" y="23214"/>
                </a:cubicBezTo>
                <a:cubicBezTo>
                  <a:pt x="24481" y="22989"/>
                  <a:pt x="24236" y="22744"/>
                  <a:pt x="23827" y="22355"/>
                </a:cubicBezTo>
                <a:lnTo>
                  <a:pt x="23827" y="22355"/>
                </a:lnTo>
                <a:cubicBezTo>
                  <a:pt x="25911" y="22457"/>
                  <a:pt x="27730" y="22539"/>
                  <a:pt x="29569" y="22641"/>
                </a:cubicBezTo>
                <a:cubicBezTo>
                  <a:pt x="33165" y="22866"/>
                  <a:pt x="36762" y="23050"/>
                  <a:pt x="40358" y="23336"/>
                </a:cubicBezTo>
                <a:cubicBezTo>
                  <a:pt x="40455" y="23342"/>
                  <a:pt x="40549" y="23345"/>
                  <a:pt x="40640" y="23345"/>
                </a:cubicBezTo>
                <a:cubicBezTo>
                  <a:pt x="41748" y="23345"/>
                  <a:pt x="42481" y="22884"/>
                  <a:pt x="42953" y="21865"/>
                </a:cubicBezTo>
                <a:cubicBezTo>
                  <a:pt x="42953" y="21558"/>
                  <a:pt x="42953" y="21252"/>
                  <a:pt x="42933" y="20966"/>
                </a:cubicBezTo>
                <a:cubicBezTo>
                  <a:pt x="42465" y="19900"/>
                  <a:pt x="41689" y="19484"/>
                  <a:pt x="40590" y="19484"/>
                </a:cubicBezTo>
                <a:cubicBezTo>
                  <a:pt x="40488" y="19484"/>
                  <a:pt x="40383" y="19488"/>
                  <a:pt x="40276" y="19495"/>
                </a:cubicBezTo>
                <a:cubicBezTo>
                  <a:pt x="36700" y="19760"/>
                  <a:pt x="33124" y="19965"/>
                  <a:pt x="29548" y="20169"/>
                </a:cubicBezTo>
                <a:cubicBezTo>
                  <a:pt x="27730" y="20291"/>
                  <a:pt x="25911" y="20373"/>
                  <a:pt x="23806" y="20475"/>
                </a:cubicBezTo>
                <a:cubicBezTo>
                  <a:pt x="24236" y="20067"/>
                  <a:pt x="24481" y="19842"/>
                  <a:pt x="24726" y="19617"/>
                </a:cubicBezTo>
                <a:cubicBezTo>
                  <a:pt x="28588" y="16184"/>
                  <a:pt x="32430" y="12772"/>
                  <a:pt x="36292" y="9380"/>
                </a:cubicBezTo>
                <a:cubicBezTo>
                  <a:pt x="37354" y="8440"/>
                  <a:pt x="37497" y="7152"/>
                  <a:pt x="36639" y="6294"/>
                </a:cubicBezTo>
                <a:cubicBezTo>
                  <a:pt x="36276" y="5931"/>
                  <a:pt x="35829" y="5753"/>
                  <a:pt x="35363" y="5753"/>
                </a:cubicBezTo>
                <a:cubicBezTo>
                  <a:pt x="34752" y="5753"/>
                  <a:pt x="34107" y="6059"/>
                  <a:pt x="33574" y="6662"/>
                </a:cubicBezTo>
                <a:cubicBezTo>
                  <a:pt x="30161" y="10504"/>
                  <a:pt x="26749" y="14366"/>
                  <a:pt x="23336" y="18207"/>
                </a:cubicBezTo>
                <a:cubicBezTo>
                  <a:pt x="23132" y="18452"/>
                  <a:pt x="22887" y="18698"/>
                  <a:pt x="22601" y="19004"/>
                </a:cubicBezTo>
                <a:cubicBezTo>
                  <a:pt x="22601" y="18044"/>
                  <a:pt x="22560" y="17206"/>
                  <a:pt x="22601" y="16368"/>
                </a:cubicBezTo>
                <a:cubicBezTo>
                  <a:pt x="22866" y="11791"/>
                  <a:pt x="23132" y="7234"/>
                  <a:pt x="23459" y="2677"/>
                </a:cubicBezTo>
                <a:cubicBezTo>
                  <a:pt x="23541" y="1410"/>
                  <a:pt x="23153" y="532"/>
                  <a:pt x="21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>
            <a:off x="8626179" y="1759777"/>
            <a:ext cx="141291" cy="650946"/>
            <a:chOff x="7388274" y="3079824"/>
            <a:chExt cx="190650" cy="878351"/>
          </a:xfrm>
        </p:grpSpPr>
        <p:sp>
          <p:nvSpPr>
            <p:cNvPr id="102" name="Google Shape;102;p13"/>
            <p:cNvSpPr/>
            <p:nvPr/>
          </p:nvSpPr>
          <p:spPr>
            <a:xfrm rot="10800000">
              <a:off x="7388274" y="3079824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 rot="10800000">
              <a:off x="7388274" y="3299413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 rot="10800000">
              <a:off x="7388274" y="3519002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 rot="10800000">
              <a:off x="7388274" y="3738591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13"/>
          <p:cNvGrpSpPr/>
          <p:nvPr/>
        </p:nvGrpSpPr>
        <p:grpSpPr>
          <a:xfrm>
            <a:off x="-1253930" y="-1178000"/>
            <a:ext cx="12133674" cy="7701461"/>
            <a:chOff x="-1253930" y="-1178000"/>
            <a:chExt cx="12133674" cy="7701461"/>
          </a:xfrm>
        </p:grpSpPr>
        <p:pic>
          <p:nvPicPr>
            <p:cNvPr id="107" name="Google Shape;107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403945" y="3501013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53930" y="-1178000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2018477" y="2162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"/>
          </p:nvPr>
        </p:nvSpPr>
        <p:spPr>
          <a:xfrm>
            <a:off x="5554723" y="2162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3"/>
          </p:nvPr>
        </p:nvSpPr>
        <p:spPr>
          <a:xfrm>
            <a:off x="2018477" y="376951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4"/>
          </p:nvPr>
        </p:nvSpPr>
        <p:spPr>
          <a:xfrm>
            <a:off x="5554723" y="376951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5" hasCustomPrompt="1"/>
          </p:nvPr>
        </p:nvSpPr>
        <p:spPr>
          <a:xfrm>
            <a:off x="1283777" y="131218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6" hasCustomPrompt="1"/>
          </p:nvPr>
        </p:nvSpPr>
        <p:spPr>
          <a:xfrm>
            <a:off x="1283777" y="295110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7" hasCustomPrompt="1"/>
          </p:nvPr>
        </p:nvSpPr>
        <p:spPr>
          <a:xfrm>
            <a:off x="4820023" y="1312187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8" hasCustomPrompt="1"/>
          </p:nvPr>
        </p:nvSpPr>
        <p:spPr>
          <a:xfrm>
            <a:off x="4820023" y="295110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9"/>
          </p:nvPr>
        </p:nvSpPr>
        <p:spPr>
          <a:xfrm>
            <a:off x="2018490" y="1312187"/>
            <a:ext cx="2305500" cy="10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3"/>
          </p:nvPr>
        </p:nvSpPr>
        <p:spPr>
          <a:xfrm>
            <a:off x="2018490" y="2951100"/>
            <a:ext cx="2305500" cy="9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4"/>
          </p:nvPr>
        </p:nvSpPr>
        <p:spPr>
          <a:xfrm>
            <a:off x="5554723" y="1312187"/>
            <a:ext cx="2305500" cy="10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5"/>
          </p:nvPr>
        </p:nvSpPr>
        <p:spPr>
          <a:xfrm>
            <a:off x="5554723" y="2951100"/>
            <a:ext cx="2305500" cy="9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2"/>
          <p:cNvGrpSpPr/>
          <p:nvPr/>
        </p:nvGrpSpPr>
        <p:grpSpPr>
          <a:xfrm>
            <a:off x="-514124" y="-1220412"/>
            <a:ext cx="11061249" cy="5457786"/>
            <a:chOff x="-514124" y="-1220412"/>
            <a:chExt cx="11061249" cy="5457786"/>
          </a:xfrm>
        </p:grpSpPr>
        <p:pic>
          <p:nvPicPr>
            <p:cNvPr id="332" name="Google Shape;332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7071326" y="1214925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514124" y="-1220412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4" name="Google Shape;334;p32"/>
          <p:cNvSpPr/>
          <p:nvPr/>
        </p:nvSpPr>
        <p:spPr>
          <a:xfrm flipH="1">
            <a:off x="-875680" y="2243900"/>
            <a:ext cx="1746900" cy="1746900"/>
          </a:xfrm>
          <a:prstGeom prst="star16">
            <a:avLst>
              <a:gd name="adj" fmla="val 12349"/>
            </a:avLst>
          </a:prstGeom>
          <a:noFill/>
          <a:ln w="9525" cap="flat" cmpd="sng">
            <a:solidFill>
              <a:srgbClr val="9FA0A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3"/>
          <p:cNvSpPr/>
          <p:nvPr/>
        </p:nvSpPr>
        <p:spPr>
          <a:xfrm>
            <a:off x="494262" y="4385676"/>
            <a:ext cx="437916" cy="436458"/>
          </a:xfrm>
          <a:custGeom>
            <a:avLst/>
            <a:gdLst/>
            <a:ahLst/>
            <a:cxnLst/>
            <a:rect l="l" t="t" r="r" b="b"/>
            <a:pathLst>
              <a:path w="42954" h="42811" extrusionOk="0">
                <a:moveTo>
                  <a:pt x="21089" y="0"/>
                </a:moveTo>
                <a:cubicBezTo>
                  <a:pt x="19985" y="511"/>
                  <a:pt x="19515" y="1329"/>
                  <a:pt x="19617" y="2575"/>
                </a:cubicBezTo>
                <a:cubicBezTo>
                  <a:pt x="19944" y="7173"/>
                  <a:pt x="20210" y="11770"/>
                  <a:pt x="20476" y="16348"/>
                </a:cubicBezTo>
                <a:cubicBezTo>
                  <a:pt x="20517" y="17206"/>
                  <a:pt x="20476" y="18044"/>
                  <a:pt x="20476" y="19025"/>
                </a:cubicBezTo>
                <a:cubicBezTo>
                  <a:pt x="20128" y="18636"/>
                  <a:pt x="19863" y="18371"/>
                  <a:pt x="19617" y="18085"/>
                </a:cubicBezTo>
                <a:cubicBezTo>
                  <a:pt x="16225" y="14243"/>
                  <a:pt x="12833" y="10422"/>
                  <a:pt x="9441" y="6580"/>
                </a:cubicBezTo>
                <a:cubicBezTo>
                  <a:pt x="8942" y="6024"/>
                  <a:pt x="8323" y="5739"/>
                  <a:pt x="7727" y="5739"/>
                </a:cubicBezTo>
                <a:cubicBezTo>
                  <a:pt x="7251" y="5739"/>
                  <a:pt x="6789" y="5922"/>
                  <a:pt x="6417" y="6294"/>
                </a:cubicBezTo>
                <a:cubicBezTo>
                  <a:pt x="5600" y="7132"/>
                  <a:pt x="5702" y="8419"/>
                  <a:pt x="6703" y="9298"/>
                </a:cubicBezTo>
                <a:cubicBezTo>
                  <a:pt x="10013" y="12240"/>
                  <a:pt x="13324" y="15163"/>
                  <a:pt x="16634" y="18105"/>
                </a:cubicBezTo>
                <a:cubicBezTo>
                  <a:pt x="17451" y="18820"/>
                  <a:pt x="18269" y="19556"/>
                  <a:pt x="19066" y="20291"/>
                </a:cubicBezTo>
                <a:cubicBezTo>
                  <a:pt x="16082" y="20291"/>
                  <a:pt x="13181" y="20128"/>
                  <a:pt x="10279" y="19965"/>
                </a:cubicBezTo>
                <a:cubicBezTo>
                  <a:pt x="7541" y="19801"/>
                  <a:pt x="4803" y="19638"/>
                  <a:pt x="2085" y="19515"/>
                </a:cubicBezTo>
                <a:cubicBezTo>
                  <a:pt x="2051" y="19513"/>
                  <a:pt x="2018" y="19513"/>
                  <a:pt x="1985" y="19513"/>
                </a:cubicBezTo>
                <a:cubicBezTo>
                  <a:pt x="1100" y="19513"/>
                  <a:pt x="502" y="20038"/>
                  <a:pt x="246" y="20925"/>
                </a:cubicBezTo>
                <a:cubicBezTo>
                  <a:pt x="1" y="21681"/>
                  <a:pt x="328" y="22621"/>
                  <a:pt x="1063" y="23030"/>
                </a:cubicBezTo>
                <a:cubicBezTo>
                  <a:pt x="1400" y="23198"/>
                  <a:pt x="1839" y="23298"/>
                  <a:pt x="2241" y="23298"/>
                </a:cubicBezTo>
                <a:cubicBezTo>
                  <a:pt x="2278" y="23298"/>
                  <a:pt x="2314" y="23297"/>
                  <a:pt x="2351" y="23295"/>
                </a:cubicBezTo>
                <a:cubicBezTo>
                  <a:pt x="7071" y="23050"/>
                  <a:pt x="11771" y="22744"/>
                  <a:pt x="16491" y="22478"/>
                </a:cubicBezTo>
                <a:cubicBezTo>
                  <a:pt x="16850" y="22452"/>
                  <a:pt x="17213" y="22444"/>
                  <a:pt x="17586" y="22444"/>
                </a:cubicBezTo>
                <a:cubicBezTo>
                  <a:pt x="18083" y="22444"/>
                  <a:pt x="18599" y="22457"/>
                  <a:pt x="19147" y="22457"/>
                </a:cubicBezTo>
                <a:cubicBezTo>
                  <a:pt x="18759" y="22805"/>
                  <a:pt x="18494" y="23070"/>
                  <a:pt x="18207" y="23336"/>
                </a:cubicBezTo>
                <a:cubicBezTo>
                  <a:pt x="14366" y="26728"/>
                  <a:pt x="10545" y="30120"/>
                  <a:pt x="6703" y="33512"/>
                </a:cubicBezTo>
                <a:cubicBezTo>
                  <a:pt x="5702" y="34391"/>
                  <a:pt x="5600" y="35678"/>
                  <a:pt x="6417" y="36516"/>
                </a:cubicBezTo>
                <a:cubicBezTo>
                  <a:pt x="6789" y="36889"/>
                  <a:pt x="7251" y="37071"/>
                  <a:pt x="7727" y="37071"/>
                </a:cubicBezTo>
                <a:cubicBezTo>
                  <a:pt x="8323" y="37071"/>
                  <a:pt x="8942" y="36786"/>
                  <a:pt x="9441" y="36230"/>
                </a:cubicBezTo>
                <a:cubicBezTo>
                  <a:pt x="12343" y="32940"/>
                  <a:pt x="15245" y="29650"/>
                  <a:pt x="18167" y="26360"/>
                </a:cubicBezTo>
                <a:cubicBezTo>
                  <a:pt x="18902" y="25523"/>
                  <a:pt x="19679" y="24705"/>
                  <a:pt x="20598" y="23663"/>
                </a:cubicBezTo>
                <a:lnTo>
                  <a:pt x="20598" y="23663"/>
                </a:lnTo>
                <a:cubicBezTo>
                  <a:pt x="20496" y="25809"/>
                  <a:pt x="20394" y="27668"/>
                  <a:pt x="20292" y="29507"/>
                </a:cubicBezTo>
                <a:cubicBezTo>
                  <a:pt x="20067" y="33226"/>
                  <a:pt x="19822" y="36945"/>
                  <a:pt x="19638" y="40685"/>
                </a:cubicBezTo>
                <a:cubicBezTo>
                  <a:pt x="19577" y="41897"/>
                  <a:pt x="20456" y="42810"/>
                  <a:pt x="21543" y="42810"/>
                </a:cubicBezTo>
                <a:cubicBezTo>
                  <a:pt x="21555" y="42810"/>
                  <a:pt x="21567" y="42810"/>
                  <a:pt x="21579" y="42810"/>
                </a:cubicBezTo>
                <a:cubicBezTo>
                  <a:pt x="22642" y="42789"/>
                  <a:pt x="23479" y="41870"/>
                  <a:pt x="23439" y="40685"/>
                </a:cubicBezTo>
                <a:cubicBezTo>
                  <a:pt x="23398" y="39152"/>
                  <a:pt x="23316" y="37620"/>
                  <a:pt x="23214" y="36087"/>
                </a:cubicBezTo>
                <a:cubicBezTo>
                  <a:pt x="22989" y="32204"/>
                  <a:pt x="22764" y="28342"/>
                  <a:pt x="22519" y="24460"/>
                </a:cubicBezTo>
                <a:cubicBezTo>
                  <a:pt x="22519" y="24276"/>
                  <a:pt x="22560" y="24092"/>
                  <a:pt x="22580" y="23765"/>
                </a:cubicBezTo>
                <a:cubicBezTo>
                  <a:pt x="24440" y="25870"/>
                  <a:pt x="26197" y="27832"/>
                  <a:pt x="27955" y="29814"/>
                </a:cubicBezTo>
                <a:cubicBezTo>
                  <a:pt x="29875" y="31980"/>
                  <a:pt x="31776" y="34146"/>
                  <a:pt x="33696" y="36291"/>
                </a:cubicBezTo>
                <a:cubicBezTo>
                  <a:pt x="34155" y="36812"/>
                  <a:pt x="34751" y="37058"/>
                  <a:pt x="35323" y="37058"/>
                </a:cubicBezTo>
                <a:cubicBezTo>
                  <a:pt x="36076" y="37058"/>
                  <a:pt x="36787" y="36631"/>
                  <a:pt x="37089" y="35842"/>
                </a:cubicBezTo>
                <a:cubicBezTo>
                  <a:pt x="37395" y="34984"/>
                  <a:pt x="37150" y="34207"/>
                  <a:pt x="36292" y="33451"/>
                </a:cubicBezTo>
                <a:cubicBezTo>
                  <a:pt x="32430" y="30038"/>
                  <a:pt x="28588" y="26626"/>
                  <a:pt x="24726" y="23214"/>
                </a:cubicBezTo>
                <a:cubicBezTo>
                  <a:pt x="24481" y="22989"/>
                  <a:pt x="24236" y="22744"/>
                  <a:pt x="23827" y="22355"/>
                </a:cubicBezTo>
                <a:lnTo>
                  <a:pt x="23827" y="22355"/>
                </a:lnTo>
                <a:cubicBezTo>
                  <a:pt x="25911" y="22457"/>
                  <a:pt x="27730" y="22539"/>
                  <a:pt x="29569" y="22641"/>
                </a:cubicBezTo>
                <a:cubicBezTo>
                  <a:pt x="33165" y="22866"/>
                  <a:pt x="36762" y="23050"/>
                  <a:pt x="40358" y="23336"/>
                </a:cubicBezTo>
                <a:cubicBezTo>
                  <a:pt x="40455" y="23342"/>
                  <a:pt x="40549" y="23345"/>
                  <a:pt x="40640" y="23345"/>
                </a:cubicBezTo>
                <a:cubicBezTo>
                  <a:pt x="41748" y="23345"/>
                  <a:pt x="42481" y="22884"/>
                  <a:pt x="42953" y="21865"/>
                </a:cubicBezTo>
                <a:cubicBezTo>
                  <a:pt x="42953" y="21558"/>
                  <a:pt x="42953" y="21252"/>
                  <a:pt x="42933" y="20966"/>
                </a:cubicBezTo>
                <a:cubicBezTo>
                  <a:pt x="42465" y="19900"/>
                  <a:pt x="41689" y="19484"/>
                  <a:pt x="40590" y="19484"/>
                </a:cubicBezTo>
                <a:cubicBezTo>
                  <a:pt x="40488" y="19484"/>
                  <a:pt x="40383" y="19488"/>
                  <a:pt x="40276" y="19495"/>
                </a:cubicBezTo>
                <a:cubicBezTo>
                  <a:pt x="36700" y="19760"/>
                  <a:pt x="33124" y="19965"/>
                  <a:pt x="29548" y="20169"/>
                </a:cubicBezTo>
                <a:cubicBezTo>
                  <a:pt x="27730" y="20291"/>
                  <a:pt x="25911" y="20373"/>
                  <a:pt x="23806" y="20475"/>
                </a:cubicBezTo>
                <a:cubicBezTo>
                  <a:pt x="24236" y="20067"/>
                  <a:pt x="24481" y="19842"/>
                  <a:pt x="24726" y="19617"/>
                </a:cubicBezTo>
                <a:cubicBezTo>
                  <a:pt x="28588" y="16184"/>
                  <a:pt x="32430" y="12772"/>
                  <a:pt x="36292" y="9380"/>
                </a:cubicBezTo>
                <a:cubicBezTo>
                  <a:pt x="37354" y="8440"/>
                  <a:pt x="37497" y="7152"/>
                  <a:pt x="36639" y="6294"/>
                </a:cubicBezTo>
                <a:cubicBezTo>
                  <a:pt x="36276" y="5931"/>
                  <a:pt x="35829" y="5753"/>
                  <a:pt x="35363" y="5753"/>
                </a:cubicBezTo>
                <a:cubicBezTo>
                  <a:pt x="34752" y="5753"/>
                  <a:pt x="34107" y="6059"/>
                  <a:pt x="33574" y="6662"/>
                </a:cubicBezTo>
                <a:cubicBezTo>
                  <a:pt x="30161" y="10504"/>
                  <a:pt x="26749" y="14366"/>
                  <a:pt x="23336" y="18207"/>
                </a:cubicBezTo>
                <a:cubicBezTo>
                  <a:pt x="23132" y="18452"/>
                  <a:pt x="22887" y="18698"/>
                  <a:pt x="22601" y="19004"/>
                </a:cubicBezTo>
                <a:cubicBezTo>
                  <a:pt x="22601" y="18044"/>
                  <a:pt x="22560" y="17206"/>
                  <a:pt x="22601" y="16368"/>
                </a:cubicBezTo>
                <a:cubicBezTo>
                  <a:pt x="22866" y="11791"/>
                  <a:pt x="23132" y="7234"/>
                  <a:pt x="23459" y="2677"/>
                </a:cubicBezTo>
                <a:cubicBezTo>
                  <a:pt x="23541" y="1410"/>
                  <a:pt x="23153" y="532"/>
                  <a:pt x="21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7" name="Google Shape;337;p33"/>
          <p:cNvGrpSpPr/>
          <p:nvPr/>
        </p:nvGrpSpPr>
        <p:grpSpPr>
          <a:xfrm>
            <a:off x="8626179" y="1759777"/>
            <a:ext cx="141291" cy="650946"/>
            <a:chOff x="7388274" y="3079824"/>
            <a:chExt cx="190650" cy="878351"/>
          </a:xfrm>
        </p:grpSpPr>
        <p:sp>
          <p:nvSpPr>
            <p:cNvPr id="338" name="Google Shape;338;p33"/>
            <p:cNvSpPr/>
            <p:nvPr/>
          </p:nvSpPr>
          <p:spPr>
            <a:xfrm rot="10800000">
              <a:off x="7388274" y="3079824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3"/>
            <p:cNvSpPr/>
            <p:nvPr/>
          </p:nvSpPr>
          <p:spPr>
            <a:xfrm rot="10800000">
              <a:off x="7388274" y="3299413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3"/>
            <p:cNvSpPr/>
            <p:nvPr/>
          </p:nvSpPr>
          <p:spPr>
            <a:xfrm rot="10800000">
              <a:off x="7388274" y="3519002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 rot="10800000">
              <a:off x="7388274" y="3738591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33"/>
          <p:cNvGrpSpPr/>
          <p:nvPr/>
        </p:nvGrpSpPr>
        <p:grpSpPr>
          <a:xfrm>
            <a:off x="-1253930" y="-1178000"/>
            <a:ext cx="12133674" cy="7701461"/>
            <a:chOff x="-1253930" y="-1178000"/>
            <a:chExt cx="12133674" cy="7701461"/>
          </a:xfrm>
        </p:grpSpPr>
        <p:pic>
          <p:nvPicPr>
            <p:cNvPr id="343" name="Google Shape;343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403945" y="3501013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53930" y="-1178000"/>
              <a:ext cx="3475799" cy="30224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78" r:id="rId7"/>
    <p:sldLayoutId id="214748367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>
            <a:spLocks noGrp="1"/>
          </p:cNvSpPr>
          <p:nvPr>
            <p:ph type="ctrTitle"/>
          </p:nvPr>
        </p:nvSpPr>
        <p:spPr>
          <a:xfrm>
            <a:off x="2095500" y="1418850"/>
            <a:ext cx="4953000" cy="23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CN" altLang="en-US" b="1" dirty="0"/>
              <a:t>你的爱</a:t>
            </a:r>
          </a:p>
        </p:txBody>
      </p:sp>
      <p:sp>
        <p:nvSpPr>
          <p:cNvPr id="357" name="Google Shape;357;p37"/>
          <p:cNvSpPr/>
          <p:nvPr/>
        </p:nvSpPr>
        <p:spPr>
          <a:xfrm>
            <a:off x="839424" y="3583126"/>
            <a:ext cx="437916" cy="436458"/>
          </a:xfrm>
          <a:custGeom>
            <a:avLst/>
            <a:gdLst/>
            <a:ahLst/>
            <a:cxnLst/>
            <a:rect l="l" t="t" r="r" b="b"/>
            <a:pathLst>
              <a:path w="42954" h="42811" extrusionOk="0">
                <a:moveTo>
                  <a:pt x="21089" y="0"/>
                </a:moveTo>
                <a:cubicBezTo>
                  <a:pt x="19985" y="511"/>
                  <a:pt x="19515" y="1329"/>
                  <a:pt x="19617" y="2575"/>
                </a:cubicBezTo>
                <a:cubicBezTo>
                  <a:pt x="19944" y="7173"/>
                  <a:pt x="20210" y="11770"/>
                  <a:pt x="20476" y="16348"/>
                </a:cubicBezTo>
                <a:cubicBezTo>
                  <a:pt x="20517" y="17206"/>
                  <a:pt x="20476" y="18044"/>
                  <a:pt x="20476" y="19025"/>
                </a:cubicBezTo>
                <a:cubicBezTo>
                  <a:pt x="20128" y="18636"/>
                  <a:pt x="19863" y="18371"/>
                  <a:pt x="19617" y="18085"/>
                </a:cubicBezTo>
                <a:cubicBezTo>
                  <a:pt x="16225" y="14243"/>
                  <a:pt x="12833" y="10422"/>
                  <a:pt x="9441" y="6580"/>
                </a:cubicBezTo>
                <a:cubicBezTo>
                  <a:pt x="8942" y="6024"/>
                  <a:pt x="8323" y="5739"/>
                  <a:pt x="7727" y="5739"/>
                </a:cubicBezTo>
                <a:cubicBezTo>
                  <a:pt x="7251" y="5739"/>
                  <a:pt x="6789" y="5922"/>
                  <a:pt x="6417" y="6294"/>
                </a:cubicBezTo>
                <a:cubicBezTo>
                  <a:pt x="5600" y="7132"/>
                  <a:pt x="5702" y="8419"/>
                  <a:pt x="6703" y="9298"/>
                </a:cubicBezTo>
                <a:cubicBezTo>
                  <a:pt x="10013" y="12240"/>
                  <a:pt x="13324" y="15163"/>
                  <a:pt x="16634" y="18105"/>
                </a:cubicBezTo>
                <a:cubicBezTo>
                  <a:pt x="17451" y="18820"/>
                  <a:pt x="18269" y="19556"/>
                  <a:pt x="19066" y="20291"/>
                </a:cubicBezTo>
                <a:cubicBezTo>
                  <a:pt x="16082" y="20291"/>
                  <a:pt x="13181" y="20128"/>
                  <a:pt x="10279" y="19965"/>
                </a:cubicBezTo>
                <a:cubicBezTo>
                  <a:pt x="7541" y="19801"/>
                  <a:pt x="4803" y="19638"/>
                  <a:pt x="2085" y="19515"/>
                </a:cubicBezTo>
                <a:cubicBezTo>
                  <a:pt x="2051" y="19513"/>
                  <a:pt x="2018" y="19513"/>
                  <a:pt x="1985" y="19513"/>
                </a:cubicBezTo>
                <a:cubicBezTo>
                  <a:pt x="1100" y="19513"/>
                  <a:pt x="502" y="20038"/>
                  <a:pt x="246" y="20925"/>
                </a:cubicBezTo>
                <a:cubicBezTo>
                  <a:pt x="1" y="21681"/>
                  <a:pt x="328" y="22621"/>
                  <a:pt x="1063" y="23030"/>
                </a:cubicBezTo>
                <a:cubicBezTo>
                  <a:pt x="1400" y="23198"/>
                  <a:pt x="1839" y="23298"/>
                  <a:pt x="2241" y="23298"/>
                </a:cubicBezTo>
                <a:cubicBezTo>
                  <a:pt x="2278" y="23298"/>
                  <a:pt x="2314" y="23297"/>
                  <a:pt x="2351" y="23295"/>
                </a:cubicBezTo>
                <a:cubicBezTo>
                  <a:pt x="7071" y="23050"/>
                  <a:pt x="11771" y="22744"/>
                  <a:pt x="16491" y="22478"/>
                </a:cubicBezTo>
                <a:cubicBezTo>
                  <a:pt x="16850" y="22452"/>
                  <a:pt x="17213" y="22444"/>
                  <a:pt x="17586" y="22444"/>
                </a:cubicBezTo>
                <a:cubicBezTo>
                  <a:pt x="18083" y="22444"/>
                  <a:pt x="18599" y="22457"/>
                  <a:pt x="19147" y="22457"/>
                </a:cubicBezTo>
                <a:cubicBezTo>
                  <a:pt x="18759" y="22805"/>
                  <a:pt x="18494" y="23070"/>
                  <a:pt x="18207" y="23336"/>
                </a:cubicBezTo>
                <a:cubicBezTo>
                  <a:pt x="14366" y="26728"/>
                  <a:pt x="10545" y="30120"/>
                  <a:pt x="6703" y="33512"/>
                </a:cubicBezTo>
                <a:cubicBezTo>
                  <a:pt x="5702" y="34391"/>
                  <a:pt x="5600" y="35678"/>
                  <a:pt x="6417" y="36516"/>
                </a:cubicBezTo>
                <a:cubicBezTo>
                  <a:pt x="6789" y="36889"/>
                  <a:pt x="7251" y="37071"/>
                  <a:pt x="7727" y="37071"/>
                </a:cubicBezTo>
                <a:cubicBezTo>
                  <a:pt x="8323" y="37071"/>
                  <a:pt x="8942" y="36786"/>
                  <a:pt x="9441" y="36230"/>
                </a:cubicBezTo>
                <a:cubicBezTo>
                  <a:pt x="12343" y="32940"/>
                  <a:pt x="15245" y="29650"/>
                  <a:pt x="18167" y="26360"/>
                </a:cubicBezTo>
                <a:cubicBezTo>
                  <a:pt x="18902" y="25523"/>
                  <a:pt x="19679" y="24705"/>
                  <a:pt x="20598" y="23663"/>
                </a:cubicBezTo>
                <a:lnTo>
                  <a:pt x="20598" y="23663"/>
                </a:lnTo>
                <a:cubicBezTo>
                  <a:pt x="20496" y="25809"/>
                  <a:pt x="20394" y="27668"/>
                  <a:pt x="20292" y="29507"/>
                </a:cubicBezTo>
                <a:cubicBezTo>
                  <a:pt x="20067" y="33226"/>
                  <a:pt x="19822" y="36945"/>
                  <a:pt x="19638" y="40685"/>
                </a:cubicBezTo>
                <a:cubicBezTo>
                  <a:pt x="19577" y="41897"/>
                  <a:pt x="20456" y="42810"/>
                  <a:pt x="21543" y="42810"/>
                </a:cubicBezTo>
                <a:cubicBezTo>
                  <a:pt x="21555" y="42810"/>
                  <a:pt x="21567" y="42810"/>
                  <a:pt x="21579" y="42810"/>
                </a:cubicBezTo>
                <a:cubicBezTo>
                  <a:pt x="22642" y="42789"/>
                  <a:pt x="23479" y="41870"/>
                  <a:pt x="23439" y="40685"/>
                </a:cubicBezTo>
                <a:cubicBezTo>
                  <a:pt x="23398" y="39152"/>
                  <a:pt x="23316" y="37620"/>
                  <a:pt x="23214" y="36087"/>
                </a:cubicBezTo>
                <a:cubicBezTo>
                  <a:pt x="22989" y="32204"/>
                  <a:pt x="22764" y="28342"/>
                  <a:pt x="22519" y="24460"/>
                </a:cubicBezTo>
                <a:cubicBezTo>
                  <a:pt x="22519" y="24276"/>
                  <a:pt x="22560" y="24092"/>
                  <a:pt x="22580" y="23765"/>
                </a:cubicBezTo>
                <a:cubicBezTo>
                  <a:pt x="24440" y="25870"/>
                  <a:pt x="26197" y="27832"/>
                  <a:pt x="27955" y="29814"/>
                </a:cubicBezTo>
                <a:cubicBezTo>
                  <a:pt x="29875" y="31980"/>
                  <a:pt x="31776" y="34146"/>
                  <a:pt x="33696" y="36291"/>
                </a:cubicBezTo>
                <a:cubicBezTo>
                  <a:pt x="34155" y="36812"/>
                  <a:pt x="34751" y="37058"/>
                  <a:pt x="35323" y="37058"/>
                </a:cubicBezTo>
                <a:cubicBezTo>
                  <a:pt x="36076" y="37058"/>
                  <a:pt x="36787" y="36631"/>
                  <a:pt x="37089" y="35842"/>
                </a:cubicBezTo>
                <a:cubicBezTo>
                  <a:pt x="37395" y="34984"/>
                  <a:pt x="37150" y="34207"/>
                  <a:pt x="36292" y="33451"/>
                </a:cubicBezTo>
                <a:cubicBezTo>
                  <a:pt x="32430" y="30038"/>
                  <a:pt x="28588" y="26626"/>
                  <a:pt x="24726" y="23214"/>
                </a:cubicBezTo>
                <a:cubicBezTo>
                  <a:pt x="24481" y="22989"/>
                  <a:pt x="24236" y="22744"/>
                  <a:pt x="23827" y="22355"/>
                </a:cubicBezTo>
                <a:lnTo>
                  <a:pt x="23827" y="22355"/>
                </a:lnTo>
                <a:cubicBezTo>
                  <a:pt x="25911" y="22457"/>
                  <a:pt x="27730" y="22539"/>
                  <a:pt x="29569" y="22641"/>
                </a:cubicBezTo>
                <a:cubicBezTo>
                  <a:pt x="33165" y="22866"/>
                  <a:pt x="36762" y="23050"/>
                  <a:pt x="40358" y="23336"/>
                </a:cubicBezTo>
                <a:cubicBezTo>
                  <a:pt x="40455" y="23342"/>
                  <a:pt x="40549" y="23345"/>
                  <a:pt x="40640" y="23345"/>
                </a:cubicBezTo>
                <a:cubicBezTo>
                  <a:pt x="41748" y="23345"/>
                  <a:pt x="42481" y="22884"/>
                  <a:pt x="42953" y="21865"/>
                </a:cubicBezTo>
                <a:cubicBezTo>
                  <a:pt x="42953" y="21558"/>
                  <a:pt x="42953" y="21252"/>
                  <a:pt x="42933" y="20966"/>
                </a:cubicBezTo>
                <a:cubicBezTo>
                  <a:pt x="42465" y="19900"/>
                  <a:pt x="41689" y="19484"/>
                  <a:pt x="40590" y="19484"/>
                </a:cubicBezTo>
                <a:cubicBezTo>
                  <a:pt x="40488" y="19484"/>
                  <a:pt x="40383" y="19488"/>
                  <a:pt x="40276" y="19495"/>
                </a:cubicBezTo>
                <a:cubicBezTo>
                  <a:pt x="36700" y="19760"/>
                  <a:pt x="33124" y="19965"/>
                  <a:pt x="29548" y="20169"/>
                </a:cubicBezTo>
                <a:cubicBezTo>
                  <a:pt x="27730" y="20291"/>
                  <a:pt x="25911" y="20373"/>
                  <a:pt x="23806" y="20475"/>
                </a:cubicBezTo>
                <a:cubicBezTo>
                  <a:pt x="24236" y="20067"/>
                  <a:pt x="24481" y="19842"/>
                  <a:pt x="24726" y="19617"/>
                </a:cubicBezTo>
                <a:cubicBezTo>
                  <a:pt x="28588" y="16184"/>
                  <a:pt x="32430" y="12772"/>
                  <a:pt x="36292" y="9380"/>
                </a:cubicBezTo>
                <a:cubicBezTo>
                  <a:pt x="37354" y="8440"/>
                  <a:pt x="37497" y="7152"/>
                  <a:pt x="36639" y="6294"/>
                </a:cubicBezTo>
                <a:cubicBezTo>
                  <a:pt x="36276" y="5931"/>
                  <a:pt x="35829" y="5753"/>
                  <a:pt x="35363" y="5753"/>
                </a:cubicBezTo>
                <a:cubicBezTo>
                  <a:pt x="34752" y="5753"/>
                  <a:pt x="34107" y="6059"/>
                  <a:pt x="33574" y="6662"/>
                </a:cubicBezTo>
                <a:cubicBezTo>
                  <a:pt x="30161" y="10504"/>
                  <a:pt x="26749" y="14366"/>
                  <a:pt x="23336" y="18207"/>
                </a:cubicBezTo>
                <a:cubicBezTo>
                  <a:pt x="23132" y="18452"/>
                  <a:pt x="22887" y="18698"/>
                  <a:pt x="22601" y="19004"/>
                </a:cubicBezTo>
                <a:cubicBezTo>
                  <a:pt x="22601" y="18044"/>
                  <a:pt x="22560" y="17206"/>
                  <a:pt x="22601" y="16368"/>
                </a:cubicBezTo>
                <a:cubicBezTo>
                  <a:pt x="22866" y="11791"/>
                  <a:pt x="23132" y="7234"/>
                  <a:pt x="23459" y="2677"/>
                </a:cubicBezTo>
                <a:cubicBezTo>
                  <a:pt x="23541" y="1410"/>
                  <a:pt x="23153" y="532"/>
                  <a:pt x="21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37"/>
          <p:cNvGrpSpPr/>
          <p:nvPr/>
        </p:nvGrpSpPr>
        <p:grpSpPr>
          <a:xfrm>
            <a:off x="7652504" y="3583127"/>
            <a:ext cx="141291" cy="650946"/>
            <a:chOff x="7388274" y="3079824"/>
            <a:chExt cx="190650" cy="878351"/>
          </a:xfrm>
        </p:grpSpPr>
        <p:sp>
          <p:nvSpPr>
            <p:cNvPr id="359" name="Google Shape;359;p37"/>
            <p:cNvSpPr/>
            <p:nvPr/>
          </p:nvSpPr>
          <p:spPr>
            <a:xfrm rot="10800000">
              <a:off x="7388274" y="3079824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/>
            <p:cNvSpPr/>
            <p:nvPr/>
          </p:nvSpPr>
          <p:spPr>
            <a:xfrm rot="10800000">
              <a:off x="7388274" y="3299413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/>
            <p:cNvSpPr/>
            <p:nvPr/>
          </p:nvSpPr>
          <p:spPr>
            <a:xfrm rot="10800000">
              <a:off x="7388274" y="3519002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/>
            <p:cNvSpPr/>
            <p:nvPr/>
          </p:nvSpPr>
          <p:spPr>
            <a:xfrm rot="10800000">
              <a:off x="7388274" y="3738591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" name="Google Shape;363;p37"/>
          <p:cNvGrpSpPr/>
          <p:nvPr/>
        </p:nvGrpSpPr>
        <p:grpSpPr>
          <a:xfrm>
            <a:off x="7388273" y="1514072"/>
            <a:ext cx="310624" cy="436455"/>
            <a:chOff x="4910769" y="3624534"/>
            <a:chExt cx="118999" cy="167198"/>
          </a:xfrm>
        </p:grpSpPr>
        <p:sp>
          <p:nvSpPr>
            <p:cNvPr id="364" name="Google Shape;364;p37"/>
            <p:cNvSpPr/>
            <p:nvPr/>
          </p:nvSpPr>
          <p:spPr>
            <a:xfrm>
              <a:off x="4970405" y="3624534"/>
              <a:ext cx="68" cy="167198"/>
            </a:xfrm>
            <a:custGeom>
              <a:avLst/>
              <a:gdLst/>
              <a:ahLst/>
              <a:cxnLst/>
              <a:rect l="l" t="t" r="r" b="b"/>
              <a:pathLst>
                <a:path w="1" h="2456" fill="none" extrusionOk="0">
                  <a:moveTo>
                    <a:pt x="0" y="0"/>
                  </a:moveTo>
                  <a:lnTo>
                    <a:pt x="0" y="245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5" name="Google Shape;365;p37"/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772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6" name="Google Shape;366;p37"/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0"/>
                  </a:moveTo>
                  <a:lnTo>
                    <a:pt x="1" y="77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7" name="Google Shape;367;p37"/>
            <p:cNvSpPr/>
            <p:nvPr/>
          </p:nvSpPr>
          <p:spPr>
            <a:xfrm>
              <a:off x="4910769" y="3707794"/>
              <a:ext cx="118999" cy="68"/>
            </a:xfrm>
            <a:custGeom>
              <a:avLst/>
              <a:gdLst/>
              <a:ahLst/>
              <a:cxnLst/>
              <a:rect l="l" t="t" r="r" b="b"/>
              <a:pathLst>
                <a:path w="1748" h="1" fill="none" extrusionOk="0">
                  <a:moveTo>
                    <a:pt x="174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</p:grpSp>
      <p:grpSp>
        <p:nvGrpSpPr>
          <p:cNvPr id="368" name="Google Shape;368;p37"/>
          <p:cNvGrpSpPr/>
          <p:nvPr/>
        </p:nvGrpSpPr>
        <p:grpSpPr>
          <a:xfrm>
            <a:off x="1277348" y="746172"/>
            <a:ext cx="310624" cy="436455"/>
            <a:chOff x="4910769" y="3624534"/>
            <a:chExt cx="118999" cy="167198"/>
          </a:xfrm>
        </p:grpSpPr>
        <p:sp>
          <p:nvSpPr>
            <p:cNvPr id="369" name="Google Shape;369;p37"/>
            <p:cNvSpPr/>
            <p:nvPr/>
          </p:nvSpPr>
          <p:spPr>
            <a:xfrm>
              <a:off x="4970405" y="3624534"/>
              <a:ext cx="68" cy="167198"/>
            </a:xfrm>
            <a:custGeom>
              <a:avLst/>
              <a:gdLst/>
              <a:ahLst/>
              <a:cxnLst/>
              <a:rect l="l" t="t" r="r" b="b"/>
              <a:pathLst>
                <a:path w="1" h="2456" fill="none" extrusionOk="0">
                  <a:moveTo>
                    <a:pt x="0" y="0"/>
                  </a:moveTo>
                  <a:lnTo>
                    <a:pt x="0" y="245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0" name="Google Shape;370;p37"/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772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1" name="Google Shape;371;p37"/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0"/>
                  </a:moveTo>
                  <a:lnTo>
                    <a:pt x="1" y="77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4910769" y="3707794"/>
              <a:ext cx="118999" cy="68"/>
            </a:xfrm>
            <a:custGeom>
              <a:avLst/>
              <a:gdLst/>
              <a:ahLst/>
              <a:cxnLst/>
              <a:rect l="l" t="t" r="r" b="b"/>
              <a:pathLst>
                <a:path w="1748" h="1" fill="none" extrusionOk="0">
                  <a:moveTo>
                    <a:pt x="174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9FDC115-B180-DA86-990D-6D728BC21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>
            <a:extLst>
              <a:ext uri="{FF2B5EF4-FFF2-40B4-BE49-F238E27FC236}">
                <a16:creationId xmlns:a16="http://schemas.microsoft.com/office/drawing/2014/main" id="{5C0CD78B-0508-7859-7248-967237877AE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95500" y="1418850"/>
            <a:ext cx="4953000" cy="23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CN" altLang="en-US" sz="3600" dirty="0"/>
              <a:t>祢创造宇宙万物 </a:t>
            </a:r>
            <a:br>
              <a:rPr lang="zh-CN" altLang="en-US" sz="3600" dirty="0"/>
            </a:br>
            <a:r>
              <a:rPr lang="zh-CN" altLang="en-US" sz="3600" dirty="0"/>
              <a:t>统管一切所有</a:t>
            </a:r>
            <a:br>
              <a:rPr lang="zh-CN" altLang="en-US" sz="3600" dirty="0"/>
            </a:br>
            <a:r>
              <a:rPr lang="zh-CN" altLang="en-US" sz="3600" dirty="0"/>
              <a:t>但祢却关心我的需要 </a:t>
            </a:r>
            <a:br>
              <a:rPr lang="zh-CN" altLang="en-US" sz="3600" dirty="0"/>
            </a:br>
            <a:r>
              <a:rPr lang="zh-CN" altLang="en-US" sz="3600" dirty="0"/>
              <a:t>了解我的感受</a:t>
            </a:r>
            <a:endParaRPr lang="zh-CN" altLang="en-US" sz="2000" b="1" dirty="0"/>
          </a:p>
        </p:txBody>
      </p:sp>
      <p:sp>
        <p:nvSpPr>
          <p:cNvPr id="357" name="Google Shape;357;p37">
            <a:extLst>
              <a:ext uri="{FF2B5EF4-FFF2-40B4-BE49-F238E27FC236}">
                <a16:creationId xmlns:a16="http://schemas.microsoft.com/office/drawing/2014/main" id="{0B1B2A3B-D3F6-1D84-69B9-49DCBAA736CE}"/>
              </a:ext>
            </a:extLst>
          </p:cNvPr>
          <p:cNvSpPr/>
          <p:nvPr/>
        </p:nvSpPr>
        <p:spPr>
          <a:xfrm>
            <a:off x="839424" y="3583126"/>
            <a:ext cx="437916" cy="436458"/>
          </a:xfrm>
          <a:custGeom>
            <a:avLst/>
            <a:gdLst/>
            <a:ahLst/>
            <a:cxnLst/>
            <a:rect l="l" t="t" r="r" b="b"/>
            <a:pathLst>
              <a:path w="42954" h="42811" extrusionOk="0">
                <a:moveTo>
                  <a:pt x="21089" y="0"/>
                </a:moveTo>
                <a:cubicBezTo>
                  <a:pt x="19985" y="511"/>
                  <a:pt x="19515" y="1329"/>
                  <a:pt x="19617" y="2575"/>
                </a:cubicBezTo>
                <a:cubicBezTo>
                  <a:pt x="19944" y="7173"/>
                  <a:pt x="20210" y="11770"/>
                  <a:pt x="20476" y="16348"/>
                </a:cubicBezTo>
                <a:cubicBezTo>
                  <a:pt x="20517" y="17206"/>
                  <a:pt x="20476" y="18044"/>
                  <a:pt x="20476" y="19025"/>
                </a:cubicBezTo>
                <a:cubicBezTo>
                  <a:pt x="20128" y="18636"/>
                  <a:pt x="19863" y="18371"/>
                  <a:pt x="19617" y="18085"/>
                </a:cubicBezTo>
                <a:cubicBezTo>
                  <a:pt x="16225" y="14243"/>
                  <a:pt x="12833" y="10422"/>
                  <a:pt x="9441" y="6580"/>
                </a:cubicBezTo>
                <a:cubicBezTo>
                  <a:pt x="8942" y="6024"/>
                  <a:pt x="8323" y="5739"/>
                  <a:pt x="7727" y="5739"/>
                </a:cubicBezTo>
                <a:cubicBezTo>
                  <a:pt x="7251" y="5739"/>
                  <a:pt x="6789" y="5922"/>
                  <a:pt x="6417" y="6294"/>
                </a:cubicBezTo>
                <a:cubicBezTo>
                  <a:pt x="5600" y="7132"/>
                  <a:pt x="5702" y="8419"/>
                  <a:pt x="6703" y="9298"/>
                </a:cubicBezTo>
                <a:cubicBezTo>
                  <a:pt x="10013" y="12240"/>
                  <a:pt x="13324" y="15163"/>
                  <a:pt x="16634" y="18105"/>
                </a:cubicBezTo>
                <a:cubicBezTo>
                  <a:pt x="17451" y="18820"/>
                  <a:pt x="18269" y="19556"/>
                  <a:pt x="19066" y="20291"/>
                </a:cubicBezTo>
                <a:cubicBezTo>
                  <a:pt x="16082" y="20291"/>
                  <a:pt x="13181" y="20128"/>
                  <a:pt x="10279" y="19965"/>
                </a:cubicBezTo>
                <a:cubicBezTo>
                  <a:pt x="7541" y="19801"/>
                  <a:pt x="4803" y="19638"/>
                  <a:pt x="2085" y="19515"/>
                </a:cubicBezTo>
                <a:cubicBezTo>
                  <a:pt x="2051" y="19513"/>
                  <a:pt x="2018" y="19513"/>
                  <a:pt x="1985" y="19513"/>
                </a:cubicBezTo>
                <a:cubicBezTo>
                  <a:pt x="1100" y="19513"/>
                  <a:pt x="502" y="20038"/>
                  <a:pt x="246" y="20925"/>
                </a:cubicBezTo>
                <a:cubicBezTo>
                  <a:pt x="1" y="21681"/>
                  <a:pt x="328" y="22621"/>
                  <a:pt x="1063" y="23030"/>
                </a:cubicBezTo>
                <a:cubicBezTo>
                  <a:pt x="1400" y="23198"/>
                  <a:pt x="1839" y="23298"/>
                  <a:pt x="2241" y="23298"/>
                </a:cubicBezTo>
                <a:cubicBezTo>
                  <a:pt x="2278" y="23298"/>
                  <a:pt x="2314" y="23297"/>
                  <a:pt x="2351" y="23295"/>
                </a:cubicBezTo>
                <a:cubicBezTo>
                  <a:pt x="7071" y="23050"/>
                  <a:pt x="11771" y="22744"/>
                  <a:pt x="16491" y="22478"/>
                </a:cubicBezTo>
                <a:cubicBezTo>
                  <a:pt x="16850" y="22452"/>
                  <a:pt x="17213" y="22444"/>
                  <a:pt x="17586" y="22444"/>
                </a:cubicBezTo>
                <a:cubicBezTo>
                  <a:pt x="18083" y="22444"/>
                  <a:pt x="18599" y="22457"/>
                  <a:pt x="19147" y="22457"/>
                </a:cubicBezTo>
                <a:cubicBezTo>
                  <a:pt x="18759" y="22805"/>
                  <a:pt x="18494" y="23070"/>
                  <a:pt x="18207" y="23336"/>
                </a:cubicBezTo>
                <a:cubicBezTo>
                  <a:pt x="14366" y="26728"/>
                  <a:pt x="10545" y="30120"/>
                  <a:pt x="6703" y="33512"/>
                </a:cubicBezTo>
                <a:cubicBezTo>
                  <a:pt x="5702" y="34391"/>
                  <a:pt x="5600" y="35678"/>
                  <a:pt x="6417" y="36516"/>
                </a:cubicBezTo>
                <a:cubicBezTo>
                  <a:pt x="6789" y="36889"/>
                  <a:pt x="7251" y="37071"/>
                  <a:pt x="7727" y="37071"/>
                </a:cubicBezTo>
                <a:cubicBezTo>
                  <a:pt x="8323" y="37071"/>
                  <a:pt x="8942" y="36786"/>
                  <a:pt x="9441" y="36230"/>
                </a:cubicBezTo>
                <a:cubicBezTo>
                  <a:pt x="12343" y="32940"/>
                  <a:pt x="15245" y="29650"/>
                  <a:pt x="18167" y="26360"/>
                </a:cubicBezTo>
                <a:cubicBezTo>
                  <a:pt x="18902" y="25523"/>
                  <a:pt x="19679" y="24705"/>
                  <a:pt x="20598" y="23663"/>
                </a:cubicBezTo>
                <a:lnTo>
                  <a:pt x="20598" y="23663"/>
                </a:lnTo>
                <a:cubicBezTo>
                  <a:pt x="20496" y="25809"/>
                  <a:pt x="20394" y="27668"/>
                  <a:pt x="20292" y="29507"/>
                </a:cubicBezTo>
                <a:cubicBezTo>
                  <a:pt x="20067" y="33226"/>
                  <a:pt x="19822" y="36945"/>
                  <a:pt x="19638" y="40685"/>
                </a:cubicBezTo>
                <a:cubicBezTo>
                  <a:pt x="19577" y="41897"/>
                  <a:pt x="20456" y="42810"/>
                  <a:pt x="21543" y="42810"/>
                </a:cubicBezTo>
                <a:cubicBezTo>
                  <a:pt x="21555" y="42810"/>
                  <a:pt x="21567" y="42810"/>
                  <a:pt x="21579" y="42810"/>
                </a:cubicBezTo>
                <a:cubicBezTo>
                  <a:pt x="22642" y="42789"/>
                  <a:pt x="23479" y="41870"/>
                  <a:pt x="23439" y="40685"/>
                </a:cubicBezTo>
                <a:cubicBezTo>
                  <a:pt x="23398" y="39152"/>
                  <a:pt x="23316" y="37620"/>
                  <a:pt x="23214" y="36087"/>
                </a:cubicBezTo>
                <a:cubicBezTo>
                  <a:pt x="22989" y="32204"/>
                  <a:pt x="22764" y="28342"/>
                  <a:pt x="22519" y="24460"/>
                </a:cubicBezTo>
                <a:cubicBezTo>
                  <a:pt x="22519" y="24276"/>
                  <a:pt x="22560" y="24092"/>
                  <a:pt x="22580" y="23765"/>
                </a:cubicBezTo>
                <a:cubicBezTo>
                  <a:pt x="24440" y="25870"/>
                  <a:pt x="26197" y="27832"/>
                  <a:pt x="27955" y="29814"/>
                </a:cubicBezTo>
                <a:cubicBezTo>
                  <a:pt x="29875" y="31980"/>
                  <a:pt x="31776" y="34146"/>
                  <a:pt x="33696" y="36291"/>
                </a:cubicBezTo>
                <a:cubicBezTo>
                  <a:pt x="34155" y="36812"/>
                  <a:pt x="34751" y="37058"/>
                  <a:pt x="35323" y="37058"/>
                </a:cubicBezTo>
                <a:cubicBezTo>
                  <a:pt x="36076" y="37058"/>
                  <a:pt x="36787" y="36631"/>
                  <a:pt x="37089" y="35842"/>
                </a:cubicBezTo>
                <a:cubicBezTo>
                  <a:pt x="37395" y="34984"/>
                  <a:pt x="37150" y="34207"/>
                  <a:pt x="36292" y="33451"/>
                </a:cubicBezTo>
                <a:cubicBezTo>
                  <a:pt x="32430" y="30038"/>
                  <a:pt x="28588" y="26626"/>
                  <a:pt x="24726" y="23214"/>
                </a:cubicBezTo>
                <a:cubicBezTo>
                  <a:pt x="24481" y="22989"/>
                  <a:pt x="24236" y="22744"/>
                  <a:pt x="23827" y="22355"/>
                </a:cubicBezTo>
                <a:lnTo>
                  <a:pt x="23827" y="22355"/>
                </a:lnTo>
                <a:cubicBezTo>
                  <a:pt x="25911" y="22457"/>
                  <a:pt x="27730" y="22539"/>
                  <a:pt x="29569" y="22641"/>
                </a:cubicBezTo>
                <a:cubicBezTo>
                  <a:pt x="33165" y="22866"/>
                  <a:pt x="36762" y="23050"/>
                  <a:pt x="40358" y="23336"/>
                </a:cubicBezTo>
                <a:cubicBezTo>
                  <a:pt x="40455" y="23342"/>
                  <a:pt x="40549" y="23345"/>
                  <a:pt x="40640" y="23345"/>
                </a:cubicBezTo>
                <a:cubicBezTo>
                  <a:pt x="41748" y="23345"/>
                  <a:pt x="42481" y="22884"/>
                  <a:pt x="42953" y="21865"/>
                </a:cubicBezTo>
                <a:cubicBezTo>
                  <a:pt x="42953" y="21558"/>
                  <a:pt x="42953" y="21252"/>
                  <a:pt x="42933" y="20966"/>
                </a:cubicBezTo>
                <a:cubicBezTo>
                  <a:pt x="42465" y="19900"/>
                  <a:pt x="41689" y="19484"/>
                  <a:pt x="40590" y="19484"/>
                </a:cubicBezTo>
                <a:cubicBezTo>
                  <a:pt x="40488" y="19484"/>
                  <a:pt x="40383" y="19488"/>
                  <a:pt x="40276" y="19495"/>
                </a:cubicBezTo>
                <a:cubicBezTo>
                  <a:pt x="36700" y="19760"/>
                  <a:pt x="33124" y="19965"/>
                  <a:pt x="29548" y="20169"/>
                </a:cubicBezTo>
                <a:cubicBezTo>
                  <a:pt x="27730" y="20291"/>
                  <a:pt x="25911" y="20373"/>
                  <a:pt x="23806" y="20475"/>
                </a:cubicBezTo>
                <a:cubicBezTo>
                  <a:pt x="24236" y="20067"/>
                  <a:pt x="24481" y="19842"/>
                  <a:pt x="24726" y="19617"/>
                </a:cubicBezTo>
                <a:cubicBezTo>
                  <a:pt x="28588" y="16184"/>
                  <a:pt x="32430" y="12772"/>
                  <a:pt x="36292" y="9380"/>
                </a:cubicBezTo>
                <a:cubicBezTo>
                  <a:pt x="37354" y="8440"/>
                  <a:pt x="37497" y="7152"/>
                  <a:pt x="36639" y="6294"/>
                </a:cubicBezTo>
                <a:cubicBezTo>
                  <a:pt x="36276" y="5931"/>
                  <a:pt x="35829" y="5753"/>
                  <a:pt x="35363" y="5753"/>
                </a:cubicBezTo>
                <a:cubicBezTo>
                  <a:pt x="34752" y="5753"/>
                  <a:pt x="34107" y="6059"/>
                  <a:pt x="33574" y="6662"/>
                </a:cubicBezTo>
                <a:cubicBezTo>
                  <a:pt x="30161" y="10504"/>
                  <a:pt x="26749" y="14366"/>
                  <a:pt x="23336" y="18207"/>
                </a:cubicBezTo>
                <a:cubicBezTo>
                  <a:pt x="23132" y="18452"/>
                  <a:pt x="22887" y="18698"/>
                  <a:pt x="22601" y="19004"/>
                </a:cubicBezTo>
                <a:cubicBezTo>
                  <a:pt x="22601" y="18044"/>
                  <a:pt x="22560" y="17206"/>
                  <a:pt x="22601" y="16368"/>
                </a:cubicBezTo>
                <a:cubicBezTo>
                  <a:pt x="22866" y="11791"/>
                  <a:pt x="23132" y="7234"/>
                  <a:pt x="23459" y="2677"/>
                </a:cubicBezTo>
                <a:cubicBezTo>
                  <a:pt x="23541" y="1410"/>
                  <a:pt x="23153" y="532"/>
                  <a:pt x="21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37">
            <a:extLst>
              <a:ext uri="{FF2B5EF4-FFF2-40B4-BE49-F238E27FC236}">
                <a16:creationId xmlns:a16="http://schemas.microsoft.com/office/drawing/2014/main" id="{2EAF8BF5-6B37-BC1D-49B0-8BD13E5DC110}"/>
              </a:ext>
            </a:extLst>
          </p:cNvPr>
          <p:cNvGrpSpPr/>
          <p:nvPr/>
        </p:nvGrpSpPr>
        <p:grpSpPr>
          <a:xfrm>
            <a:off x="7652504" y="3583127"/>
            <a:ext cx="141291" cy="650946"/>
            <a:chOff x="7388274" y="3079824"/>
            <a:chExt cx="190650" cy="878351"/>
          </a:xfrm>
        </p:grpSpPr>
        <p:sp>
          <p:nvSpPr>
            <p:cNvPr id="359" name="Google Shape;359;p37">
              <a:extLst>
                <a:ext uri="{FF2B5EF4-FFF2-40B4-BE49-F238E27FC236}">
                  <a16:creationId xmlns:a16="http://schemas.microsoft.com/office/drawing/2014/main" id="{B4C7FB09-AFDA-BA2C-D36F-69803C4C056A}"/>
                </a:ext>
              </a:extLst>
            </p:cNvPr>
            <p:cNvSpPr/>
            <p:nvPr/>
          </p:nvSpPr>
          <p:spPr>
            <a:xfrm rot="10800000">
              <a:off x="7388274" y="3079824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>
              <a:extLst>
                <a:ext uri="{FF2B5EF4-FFF2-40B4-BE49-F238E27FC236}">
                  <a16:creationId xmlns:a16="http://schemas.microsoft.com/office/drawing/2014/main" id="{521EF036-6739-C971-1615-03018435B110}"/>
                </a:ext>
              </a:extLst>
            </p:cNvPr>
            <p:cNvSpPr/>
            <p:nvPr/>
          </p:nvSpPr>
          <p:spPr>
            <a:xfrm rot="10800000">
              <a:off x="7388274" y="3299413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>
              <a:extLst>
                <a:ext uri="{FF2B5EF4-FFF2-40B4-BE49-F238E27FC236}">
                  <a16:creationId xmlns:a16="http://schemas.microsoft.com/office/drawing/2014/main" id="{314D6987-AC42-6F77-708C-9CE05E71C637}"/>
                </a:ext>
              </a:extLst>
            </p:cNvPr>
            <p:cNvSpPr/>
            <p:nvPr/>
          </p:nvSpPr>
          <p:spPr>
            <a:xfrm rot="10800000">
              <a:off x="7388274" y="3519002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>
              <a:extLst>
                <a:ext uri="{FF2B5EF4-FFF2-40B4-BE49-F238E27FC236}">
                  <a16:creationId xmlns:a16="http://schemas.microsoft.com/office/drawing/2014/main" id="{BA755326-A120-ADAE-5CA0-244CBF5555B1}"/>
                </a:ext>
              </a:extLst>
            </p:cNvPr>
            <p:cNvSpPr/>
            <p:nvPr/>
          </p:nvSpPr>
          <p:spPr>
            <a:xfrm rot="10800000">
              <a:off x="7388274" y="3738591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" name="Google Shape;363;p37">
            <a:extLst>
              <a:ext uri="{FF2B5EF4-FFF2-40B4-BE49-F238E27FC236}">
                <a16:creationId xmlns:a16="http://schemas.microsoft.com/office/drawing/2014/main" id="{BEA47EA9-74D8-ECAD-2CBD-64662A4494B2}"/>
              </a:ext>
            </a:extLst>
          </p:cNvPr>
          <p:cNvGrpSpPr/>
          <p:nvPr/>
        </p:nvGrpSpPr>
        <p:grpSpPr>
          <a:xfrm>
            <a:off x="7388273" y="1514072"/>
            <a:ext cx="310624" cy="436455"/>
            <a:chOff x="4910769" y="3624534"/>
            <a:chExt cx="118999" cy="167198"/>
          </a:xfrm>
        </p:grpSpPr>
        <p:sp>
          <p:nvSpPr>
            <p:cNvPr id="364" name="Google Shape;364;p37">
              <a:extLst>
                <a:ext uri="{FF2B5EF4-FFF2-40B4-BE49-F238E27FC236}">
                  <a16:creationId xmlns:a16="http://schemas.microsoft.com/office/drawing/2014/main" id="{9DABC830-8C14-9BD1-6A9F-4367D1B6E341}"/>
                </a:ext>
              </a:extLst>
            </p:cNvPr>
            <p:cNvSpPr/>
            <p:nvPr/>
          </p:nvSpPr>
          <p:spPr>
            <a:xfrm>
              <a:off x="4970405" y="3624534"/>
              <a:ext cx="68" cy="167198"/>
            </a:xfrm>
            <a:custGeom>
              <a:avLst/>
              <a:gdLst/>
              <a:ahLst/>
              <a:cxnLst/>
              <a:rect l="l" t="t" r="r" b="b"/>
              <a:pathLst>
                <a:path w="1" h="2456" fill="none" extrusionOk="0">
                  <a:moveTo>
                    <a:pt x="0" y="0"/>
                  </a:moveTo>
                  <a:lnTo>
                    <a:pt x="0" y="245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5" name="Google Shape;365;p37">
              <a:extLst>
                <a:ext uri="{FF2B5EF4-FFF2-40B4-BE49-F238E27FC236}">
                  <a16:creationId xmlns:a16="http://schemas.microsoft.com/office/drawing/2014/main" id="{AFFED1F9-660E-53B8-3E2B-7BA61995C861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772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FC9F4610-0067-9FB9-DA04-519055F30D38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0"/>
                  </a:moveTo>
                  <a:lnTo>
                    <a:pt x="1" y="77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C43868C0-3042-320E-8F80-C24B7D37B063}"/>
                </a:ext>
              </a:extLst>
            </p:cNvPr>
            <p:cNvSpPr/>
            <p:nvPr/>
          </p:nvSpPr>
          <p:spPr>
            <a:xfrm>
              <a:off x="4910769" y="3707794"/>
              <a:ext cx="118999" cy="68"/>
            </a:xfrm>
            <a:custGeom>
              <a:avLst/>
              <a:gdLst/>
              <a:ahLst/>
              <a:cxnLst/>
              <a:rect l="l" t="t" r="r" b="b"/>
              <a:pathLst>
                <a:path w="1748" h="1" fill="none" extrusionOk="0">
                  <a:moveTo>
                    <a:pt x="174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</p:grpSp>
      <p:grpSp>
        <p:nvGrpSpPr>
          <p:cNvPr id="368" name="Google Shape;368;p37">
            <a:extLst>
              <a:ext uri="{FF2B5EF4-FFF2-40B4-BE49-F238E27FC236}">
                <a16:creationId xmlns:a16="http://schemas.microsoft.com/office/drawing/2014/main" id="{13EF7BB9-96D4-842A-2419-7A79E7B9026D}"/>
              </a:ext>
            </a:extLst>
          </p:cNvPr>
          <p:cNvGrpSpPr/>
          <p:nvPr/>
        </p:nvGrpSpPr>
        <p:grpSpPr>
          <a:xfrm>
            <a:off x="1277348" y="746172"/>
            <a:ext cx="310624" cy="436455"/>
            <a:chOff x="4910769" y="3624534"/>
            <a:chExt cx="118999" cy="167198"/>
          </a:xfrm>
        </p:grpSpPr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4CA4EE43-D310-527F-F645-8878ECA5B164}"/>
                </a:ext>
              </a:extLst>
            </p:cNvPr>
            <p:cNvSpPr/>
            <p:nvPr/>
          </p:nvSpPr>
          <p:spPr>
            <a:xfrm>
              <a:off x="4970405" y="3624534"/>
              <a:ext cx="68" cy="167198"/>
            </a:xfrm>
            <a:custGeom>
              <a:avLst/>
              <a:gdLst/>
              <a:ahLst/>
              <a:cxnLst/>
              <a:rect l="l" t="t" r="r" b="b"/>
              <a:pathLst>
                <a:path w="1" h="2456" fill="none" extrusionOk="0">
                  <a:moveTo>
                    <a:pt x="0" y="0"/>
                  </a:moveTo>
                  <a:lnTo>
                    <a:pt x="0" y="245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0" name="Google Shape;370;p37">
              <a:extLst>
                <a:ext uri="{FF2B5EF4-FFF2-40B4-BE49-F238E27FC236}">
                  <a16:creationId xmlns:a16="http://schemas.microsoft.com/office/drawing/2014/main" id="{1E3BC3B3-7DB5-5496-E7C0-C8FF15F0A81D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772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1" name="Google Shape;371;p37">
              <a:extLst>
                <a:ext uri="{FF2B5EF4-FFF2-40B4-BE49-F238E27FC236}">
                  <a16:creationId xmlns:a16="http://schemas.microsoft.com/office/drawing/2014/main" id="{B136DD6C-C34C-4B96-8D92-8C35160A5B7B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0"/>
                  </a:moveTo>
                  <a:lnTo>
                    <a:pt x="1" y="77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2" name="Google Shape;372;p37">
              <a:extLst>
                <a:ext uri="{FF2B5EF4-FFF2-40B4-BE49-F238E27FC236}">
                  <a16:creationId xmlns:a16="http://schemas.microsoft.com/office/drawing/2014/main" id="{774A8911-E32B-F873-71F5-96E99803969A}"/>
                </a:ext>
              </a:extLst>
            </p:cNvPr>
            <p:cNvSpPr/>
            <p:nvPr/>
          </p:nvSpPr>
          <p:spPr>
            <a:xfrm>
              <a:off x="4910769" y="3707794"/>
              <a:ext cx="118999" cy="68"/>
            </a:xfrm>
            <a:custGeom>
              <a:avLst/>
              <a:gdLst/>
              <a:ahLst/>
              <a:cxnLst/>
              <a:rect l="l" t="t" r="r" b="b"/>
              <a:pathLst>
                <a:path w="1748" h="1" fill="none" extrusionOk="0">
                  <a:moveTo>
                    <a:pt x="174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43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55;p37">
            <a:extLst>
              <a:ext uri="{FF2B5EF4-FFF2-40B4-BE49-F238E27FC236}">
                <a16:creationId xmlns:a16="http://schemas.microsoft.com/office/drawing/2014/main" id="{9D7AE4FD-CBC5-6EF7-F3E0-6E32230F6FE8}"/>
              </a:ext>
            </a:extLst>
          </p:cNvPr>
          <p:cNvSpPr txBox="1">
            <a:spLocks/>
          </p:cNvSpPr>
          <p:nvPr/>
        </p:nvSpPr>
        <p:spPr>
          <a:xfrm>
            <a:off x="2095500" y="1418850"/>
            <a:ext cx="4953000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CN" altLang="en-US" dirty="0"/>
              <a:t>祢手铺陈天上云彩 </a:t>
            </a:r>
          </a:p>
          <a:p>
            <a:r>
              <a:rPr lang="zh-CN" altLang="en-US" dirty="0"/>
              <a:t>打造永恒国度</a:t>
            </a:r>
          </a:p>
          <a:p>
            <a:r>
              <a:rPr lang="zh-CN" altLang="en-US" dirty="0"/>
              <a:t>但这双手却甘心为我 </a:t>
            </a:r>
          </a:p>
          <a:p>
            <a:r>
              <a:rPr lang="zh-CN" altLang="en-US" dirty="0"/>
              <a:t>忍受彻骨钉伤苦痛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355;p37">
            <a:extLst>
              <a:ext uri="{FF2B5EF4-FFF2-40B4-BE49-F238E27FC236}">
                <a16:creationId xmlns:a16="http://schemas.microsoft.com/office/drawing/2014/main" id="{7183095F-05A7-0B0D-A5F1-198E994272E0}"/>
              </a:ext>
            </a:extLst>
          </p:cNvPr>
          <p:cNvSpPr txBox="1">
            <a:spLocks/>
          </p:cNvSpPr>
          <p:nvPr/>
        </p:nvSpPr>
        <p:spPr>
          <a:xfrm>
            <a:off x="2095500" y="1418850"/>
            <a:ext cx="4953000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CN" altLang="en-US" dirty="0"/>
              <a:t>祢公义审判万民 </a:t>
            </a:r>
          </a:p>
          <a:p>
            <a:r>
              <a:rPr lang="zh-CN" altLang="en-US" dirty="0"/>
              <a:t>圣洁光照全地</a:t>
            </a:r>
          </a:p>
          <a:p>
            <a:r>
              <a:rPr lang="zh-CN" altLang="en-US" dirty="0"/>
              <a:t>但祢却一再施恩典 </a:t>
            </a:r>
          </a:p>
          <a:p>
            <a:r>
              <a:rPr lang="zh-CN" altLang="en-US" dirty="0"/>
              <a:t>一再施怜悯</a:t>
            </a:r>
          </a:p>
          <a:p>
            <a:r>
              <a:rPr lang="zh-CN" altLang="en-US" dirty="0"/>
              <a:t>给我机会回转向祢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55;p37">
            <a:extLst>
              <a:ext uri="{FF2B5EF4-FFF2-40B4-BE49-F238E27FC236}">
                <a16:creationId xmlns:a16="http://schemas.microsoft.com/office/drawing/2014/main" id="{2407635C-7203-471B-58F9-4BE70E60EBC4}"/>
              </a:ext>
            </a:extLst>
          </p:cNvPr>
          <p:cNvSpPr txBox="1">
            <a:spLocks/>
          </p:cNvSpPr>
          <p:nvPr/>
        </p:nvSpPr>
        <p:spPr>
          <a:xfrm>
            <a:off x="1694520" y="1418850"/>
            <a:ext cx="5754959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111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sz="35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CN" altLang="en-US" sz="4800" dirty="0"/>
              <a:t>祢的爱如此温柔 </a:t>
            </a:r>
          </a:p>
          <a:p>
            <a:r>
              <a:rPr lang="zh-CN" altLang="en-US" sz="4800" dirty="0"/>
              <a:t>超乎我心所想</a:t>
            </a:r>
          </a:p>
          <a:p>
            <a:r>
              <a:rPr lang="zh-CN" altLang="en-US" sz="4800" dirty="0"/>
              <a:t>这样大有能力的主 </a:t>
            </a:r>
          </a:p>
          <a:p>
            <a:r>
              <a:rPr lang="zh-CN" altLang="en-US" sz="4800" dirty="0"/>
              <a:t>竟捧我在手掌心上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55;p37">
            <a:extLst>
              <a:ext uri="{FF2B5EF4-FFF2-40B4-BE49-F238E27FC236}">
                <a16:creationId xmlns:a16="http://schemas.microsoft.com/office/drawing/2014/main" id="{D9DA8AD0-328D-03CC-FC3A-08D9C217037B}"/>
              </a:ext>
            </a:extLst>
          </p:cNvPr>
          <p:cNvSpPr txBox="1">
            <a:spLocks/>
          </p:cNvSpPr>
          <p:nvPr/>
        </p:nvSpPr>
        <p:spPr>
          <a:xfrm>
            <a:off x="2095500" y="1418850"/>
            <a:ext cx="4953000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41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CN" altLang="en-US" dirty="0"/>
              <a:t>祢的爱如此深切 </a:t>
            </a:r>
          </a:p>
          <a:p>
            <a:r>
              <a:rPr lang="zh-CN" altLang="en-US" dirty="0"/>
              <a:t>我知我无以报答</a:t>
            </a:r>
          </a:p>
          <a:p>
            <a:r>
              <a:rPr lang="zh-CN" altLang="en-US" dirty="0"/>
              <a:t>但愿倒空我的生命 </a:t>
            </a:r>
          </a:p>
          <a:p>
            <a:r>
              <a:rPr lang="zh-CN" altLang="en-US" dirty="0"/>
              <a:t>学习祢谦卑的样式</a:t>
            </a:r>
          </a:p>
          <a:p>
            <a:r>
              <a:rPr lang="zh-CN" altLang="en-US" dirty="0"/>
              <a:t>背起我自己的十字架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5CF6F595-B60E-E521-D51E-D36F17D96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>
            <a:extLst>
              <a:ext uri="{FF2B5EF4-FFF2-40B4-BE49-F238E27FC236}">
                <a16:creationId xmlns:a16="http://schemas.microsoft.com/office/drawing/2014/main" id="{9E1B8E21-A1BC-28F2-4F74-39228F41C6F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95500" y="1418850"/>
            <a:ext cx="4953000" cy="23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CN" altLang="en-US" dirty="0"/>
              <a:t>愛的真諦</a:t>
            </a:r>
            <a:endParaRPr lang="zh-CN" altLang="en-US" b="1" dirty="0"/>
          </a:p>
        </p:txBody>
      </p:sp>
      <p:sp>
        <p:nvSpPr>
          <p:cNvPr id="357" name="Google Shape;357;p37">
            <a:extLst>
              <a:ext uri="{FF2B5EF4-FFF2-40B4-BE49-F238E27FC236}">
                <a16:creationId xmlns:a16="http://schemas.microsoft.com/office/drawing/2014/main" id="{B1FA0291-D061-8812-3977-C4E4ED632F2D}"/>
              </a:ext>
            </a:extLst>
          </p:cNvPr>
          <p:cNvSpPr/>
          <p:nvPr/>
        </p:nvSpPr>
        <p:spPr>
          <a:xfrm>
            <a:off x="839424" y="3583126"/>
            <a:ext cx="437916" cy="436458"/>
          </a:xfrm>
          <a:custGeom>
            <a:avLst/>
            <a:gdLst/>
            <a:ahLst/>
            <a:cxnLst/>
            <a:rect l="l" t="t" r="r" b="b"/>
            <a:pathLst>
              <a:path w="42954" h="42811" extrusionOk="0">
                <a:moveTo>
                  <a:pt x="21089" y="0"/>
                </a:moveTo>
                <a:cubicBezTo>
                  <a:pt x="19985" y="511"/>
                  <a:pt x="19515" y="1329"/>
                  <a:pt x="19617" y="2575"/>
                </a:cubicBezTo>
                <a:cubicBezTo>
                  <a:pt x="19944" y="7173"/>
                  <a:pt x="20210" y="11770"/>
                  <a:pt x="20476" y="16348"/>
                </a:cubicBezTo>
                <a:cubicBezTo>
                  <a:pt x="20517" y="17206"/>
                  <a:pt x="20476" y="18044"/>
                  <a:pt x="20476" y="19025"/>
                </a:cubicBezTo>
                <a:cubicBezTo>
                  <a:pt x="20128" y="18636"/>
                  <a:pt x="19863" y="18371"/>
                  <a:pt x="19617" y="18085"/>
                </a:cubicBezTo>
                <a:cubicBezTo>
                  <a:pt x="16225" y="14243"/>
                  <a:pt x="12833" y="10422"/>
                  <a:pt x="9441" y="6580"/>
                </a:cubicBezTo>
                <a:cubicBezTo>
                  <a:pt x="8942" y="6024"/>
                  <a:pt x="8323" y="5739"/>
                  <a:pt x="7727" y="5739"/>
                </a:cubicBezTo>
                <a:cubicBezTo>
                  <a:pt x="7251" y="5739"/>
                  <a:pt x="6789" y="5922"/>
                  <a:pt x="6417" y="6294"/>
                </a:cubicBezTo>
                <a:cubicBezTo>
                  <a:pt x="5600" y="7132"/>
                  <a:pt x="5702" y="8419"/>
                  <a:pt x="6703" y="9298"/>
                </a:cubicBezTo>
                <a:cubicBezTo>
                  <a:pt x="10013" y="12240"/>
                  <a:pt x="13324" y="15163"/>
                  <a:pt x="16634" y="18105"/>
                </a:cubicBezTo>
                <a:cubicBezTo>
                  <a:pt x="17451" y="18820"/>
                  <a:pt x="18269" y="19556"/>
                  <a:pt x="19066" y="20291"/>
                </a:cubicBezTo>
                <a:cubicBezTo>
                  <a:pt x="16082" y="20291"/>
                  <a:pt x="13181" y="20128"/>
                  <a:pt x="10279" y="19965"/>
                </a:cubicBezTo>
                <a:cubicBezTo>
                  <a:pt x="7541" y="19801"/>
                  <a:pt x="4803" y="19638"/>
                  <a:pt x="2085" y="19515"/>
                </a:cubicBezTo>
                <a:cubicBezTo>
                  <a:pt x="2051" y="19513"/>
                  <a:pt x="2018" y="19513"/>
                  <a:pt x="1985" y="19513"/>
                </a:cubicBezTo>
                <a:cubicBezTo>
                  <a:pt x="1100" y="19513"/>
                  <a:pt x="502" y="20038"/>
                  <a:pt x="246" y="20925"/>
                </a:cubicBezTo>
                <a:cubicBezTo>
                  <a:pt x="1" y="21681"/>
                  <a:pt x="328" y="22621"/>
                  <a:pt x="1063" y="23030"/>
                </a:cubicBezTo>
                <a:cubicBezTo>
                  <a:pt x="1400" y="23198"/>
                  <a:pt x="1839" y="23298"/>
                  <a:pt x="2241" y="23298"/>
                </a:cubicBezTo>
                <a:cubicBezTo>
                  <a:pt x="2278" y="23298"/>
                  <a:pt x="2314" y="23297"/>
                  <a:pt x="2351" y="23295"/>
                </a:cubicBezTo>
                <a:cubicBezTo>
                  <a:pt x="7071" y="23050"/>
                  <a:pt x="11771" y="22744"/>
                  <a:pt x="16491" y="22478"/>
                </a:cubicBezTo>
                <a:cubicBezTo>
                  <a:pt x="16850" y="22452"/>
                  <a:pt x="17213" y="22444"/>
                  <a:pt x="17586" y="22444"/>
                </a:cubicBezTo>
                <a:cubicBezTo>
                  <a:pt x="18083" y="22444"/>
                  <a:pt x="18599" y="22457"/>
                  <a:pt x="19147" y="22457"/>
                </a:cubicBezTo>
                <a:cubicBezTo>
                  <a:pt x="18759" y="22805"/>
                  <a:pt x="18494" y="23070"/>
                  <a:pt x="18207" y="23336"/>
                </a:cubicBezTo>
                <a:cubicBezTo>
                  <a:pt x="14366" y="26728"/>
                  <a:pt x="10545" y="30120"/>
                  <a:pt x="6703" y="33512"/>
                </a:cubicBezTo>
                <a:cubicBezTo>
                  <a:pt x="5702" y="34391"/>
                  <a:pt x="5600" y="35678"/>
                  <a:pt x="6417" y="36516"/>
                </a:cubicBezTo>
                <a:cubicBezTo>
                  <a:pt x="6789" y="36889"/>
                  <a:pt x="7251" y="37071"/>
                  <a:pt x="7727" y="37071"/>
                </a:cubicBezTo>
                <a:cubicBezTo>
                  <a:pt x="8323" y="37071"/>
                  <a:pt x="8942" y="36786"/>
                  <a:pt x="9441" y="36230"/>
                </a:cubicBezTo>
                <a:cubicBezTo>
                  <a:pt x="12343" y="32940"/>
                  <a:pt x="15245" y="29650"/>
                  <a:pt x="18167" y="26360"/>
                </a:cubicBezTo>
                <a:cubicBezTo>
                  <a:pt x="18902" y="25523"/>
                  <a:pt x="19679" y="24705"/>
                  <a:pt x="20598" y="23663"/>
                </a:cubicBezTo>
                <a:lnTo>
                  <a:pt x="20598" y="23663"/>
                </a:lnTo>
                <a:cubicBezTo>
                  <a:pt x="20496" y="25809"/>
                  <a:pt x="20394" y="27668"/>
                  <a:pt x="20292" y="29507"/>
                </a:cubicBezTo>
                <a:cubicBezTo>
                  <a:pt x="20067" y="33226"/>
                  <a:pt x="19822" y="36945"/>
                  <a:pt x="19638" y="40685"/>
                </a:cubicBezTo>
                <a:cubicBezTo>
                  <a:pt x="19577" y="41897"/>
                  <a:pt x="20456" y="42810"/>
                  <a:pt x="21543" y="42810"/>
                </a:cubicBezTo>
                <a:cubicBezTo>
                  <a:pt x="21555" y="42810"/>
                  <a:pt x="21567" y="42810"/>
                  <a:pt x="21579" y="42810"/>
                </a:cubicBezTo>
                <a:cubicBezTo>
                  <a:pt x="22642" y="42789"/>
                  <a:pt x="23479" y="41870"/>
                  <a:pt x="23439" y="40685"/>
                </a:cubicBezTo>
                <a:cubicBezTo>
                  <a:pt x="23398" y="39152"/>
                  <a:pt x="23316" y="37620"/>
                  <a:pt x="23214" y="36087"/>
                </a:cubicBezTo>
                <a:cubicBezTo>
                  <a:pt x="22989" y="32204"/>
                  <a:pt x="22764" y="28342"/>
                  <a:pt x="22519" y="24460"/>
                </a:cubicBezTo>
                <a:cubicBezTo>
                  <a:pt x="22519" y="24276"/>
                  <a:pt x="22560" y="24092"/>
                  <a:pt x="22580" y="23765"/>
                </a:cubicBezTo>
                <a:cubicBezTo>
                  <a:pt x="24440" y="25870"/>
                  <a:pt x="26197" y="27832"/>
                  <a:pt x="27955" y="29814"/>
                </a:cubicBezTo>
                <a:cubicBezTo>
                  <a:pt x="29875" y="31980"/>
                  <a:pt x="31776" y="34146"/>
                  <a:pt x="33696" y="36291"/>
                </a:cubicBezTo>
                <a:cubicBezTo>
                  <a:pt x="34155" y="36812"/>
                  <a:pt x="34751" y="37058"/>
                  <a:pt x="35323" y="37058"/>
                </a:cubicBezTo>
                <a:cubicBezTo>
                  <a:pt x="36076" y="37058"/>
                  <a:pt x="36787" y="36631"/>
                  <a:pt x="37089" y="35842"/>
                </a:cubicBezTo>
                <a:cubicBezTo>
                  <a:pt x="37395" y="34984"/>
                  <a:pt x="37150" y="34207"/>
                  <a:pt x="36292" y="33451"/>
                </a:cubicBezTo>
                <a:cubicBezTo>
                  <a:pt x="32430" y="30038"/>
                  <a:pt x="28588" y="26626"/>
                  <a:pt x="24726" y="23214"/>
                </a:cubicBezTo>
                <a:cubicBezTo>
                  <a:pt x="24481" y="22989"/>
                  <a:pt x="24236" y="22744"/>
                  <a:pt x="23827" y="22355"/>
                </a:cubicBezTo>
                <a:lnTo>
                  <a:pt x="23827" y="22355"/>
                </a:lnTo>
                <a:cubicBezTo>
                  <a:pt x="25911" y="22457"/>
                  <a:pt x="27730" y="22539"/>
                  <a:pt x="29569" y="22641"/>
                </a:cubicBezTo>
                <a:cubicBezTo>
                  <a:pt x="33165" y="22866"/>
                  <a:pt x="36762" y="23050"/>
                  <a:pt x="40358" y="23336"/>
                </a:cubicBezTo>
                <a:cubicBezTo>
                  <a:pt x="40455" y="23342"/>
                  <a:pt x="40549" y="23345"/>
                  <a:pt x="40640" y="23345"/>
                </a:cubicBezTo>
                <a:cubicBezTo>
                  <a:pt x="41748" y="23345"/>
                  <a:pt x="42481" y="22884"/>
                  <a:pt x="42953" y="21865"/>
                </a:cubicBezTo>
                <a:cubicBezTo>
                  <a:pt x="42953" y="21558"/>
                  <a:pt x="42953" y="21252"/>
                  <a:pt x="42933" y="20966"/>
                </a:cubicBezTo>
                <a:cubicBezTo>
                  <a:pt x="42465" y="19900"/>
                  <a:pt x="41689" y="19484"/>
                  <a:pt x="40590" y="19484"/>
                </a:cubicBezTo>
                <a:cubicBezTo>
                  <a:pt x="40488" y="19484"/>
                  <a:pt x="40383" y="19488"/>
                  <a:pt x="40276" y="19495"/>
                </a:cubicBezTo>
                <a:cubicBezTo>
                  <a:pt x="36700" y="19760"/>
                  <a:pt x="33124" y="19965"/>
                  <a:pt x="29548" y="20169"/>
                </a:cubicBezTo>
                <a:cubicBezTo>
                  <a:pt x="27730" y="20291"/>
                  <a:pt x="25911" y="20373"/>
                  <a:pt x="23806" y="20475"/>
                </a:cubicBezTo>
                <a:cubicBezTo>
                  <a:pt x="24236" y="20067"/>
                  <a:pt x="24481" y="19842"/>
                  <a:pt x="24726" y="19617"/>
                </a:cubicBezTo>
                <a:cubicBezTo>
                  <a:pt x="28588" y="16184"/>
                  <a:pt x="32430" y="12772"/>
                  <a:pt x="36292" y="9380"/>
                </a:cubicBezTo>
                <a:cubicBezTo>
                  <a:pt x="37354" y="8440"/>
                  <a:pt x="37497" y="7152"/>
                  <a:pt x="36639" y="6294"/>
                </a:cubicBezTo>
                <a:cubicBezTo>
                  <a:pt x="36276" y="5931"/>
                  <a:pt x="35829" y="5753"/>
                  <a:pt x="35363" y="5753"/>
                </a:cubicBezTo>
                <a:cubicBezTo>
                  <a:pt x="34752" y="5753"/>
                  <a:pt x="34107" y="6059"/>
                  <a:pt x="33574" y="6662"/>
                </a:cubicBezTo>
                <a:cubicBezTo>
                  <a:pt x="30161" y="10504"/>
                  <a:pt x="26749" y="14366"/>
                  <a:pt x="23336" y="18207"/>
                </a:cubicBezTo>
                <a:cubicBezTo>
                  <a:pt x="23132" y="18452"/>
                  <a:pt x="22887" y="18698"/>
                  <a:pt x="22601" y="19004"/>
                </a:cubicBezTo>
                <a:cubicBezTo>
                  <a:pt x="22601" y="18044"/>
                  <a:pt x="22560" y="17206"/>
                  <a:pt x="22601" y="16368"/>
                </a:cubicBezTo>
                <a:cubicBezTo>
                  <a:pt x="22866" y="11791"/>
                  <a:pt x="23132" y="7234"/>
                  <a:pt x="23459" y="2677"/>
                </a:cubicBezTo>
                <a:cubicBezTo>
                  <a:pt x="23541" y="1410"/>
                  <a:pt x="23153" y="532"/>
                  <a:pt x="219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37">
            <a:extLst>
              <a:ext uri="{FF2B5EF4-FFF2-40B4-BE49-F238E27FC236}">
                <a16:creationId xmlns:a16="http://schemas.microsoft.com/office/drawing/2014/main" id="{08552D8B-9600-A098-FE6B-72FE9A267C3B}"/>
              </a:ext>
            </a:extLst>
          </p:cNvPr>
          <p:cNvGrpSpPr/>
          <p:nvPr/>
        </p:nvGrpSpPr>
        <p:grpSpPr>
          <a:xfrm>
            <a:off x="7652504" y="3583127"/>
            <a:ext cx="141291" cy="650946"/>
            <a:chOff x="7388274" y="3079824"/>
            <a:chExt cx="190650" cy="878351"/>
          </a:xfrm>
        </p:grpSpPr>
        <p:sp>
          <p:nvSpPr>
            <p:cNvPr id="359" name="Google Shape;359;p37">
              <a:extLst>
                <a:ext uri="{FF2B5EF4-FFF2-40B4-BE49-F238E27FC236}">
                  <a16:creationId xmlns:a16="http://schemas.microsoft.com/office/drawing/2014/main" id="{F33B89C6-1403-77AD-245E-F778A7E3AE77}"/>
                </a:ext>
              </a:extLst>
            </p:cNvPr>
            <p:cNvSpPr/>
            <p:nvPr/>
          </p:nvSpPr>
          <p:spPr>
            <a:xfrm rot="10800000">
              <a:off x="7388274" y="3079824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7">
              <a:extLst>
                <a:ext uri="{FF2B5EF4-FFF2-40B4-BE49-F238E27FC236}">
                  <a16:creationId xmlns:a16="http://schemas.microsoft.com/office/drawing/2014/main" id="{EF55A8CC-D132-51B1-E163-568BC274ECCB}"/>
                </a:ext>
              </a:extLst>
            </p:cNvPr>
            <p:cNvSpPr/>
            <p:nvPr/>
          </p:nvSpPr>
          <p:spPr>
            <a:xfrm rot="10800000">
              <a:off x="7388274" y="3299413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>
              <a:extLst>
                <a:ext uri="{FF2B5EF4-FFF2-40B4-BE49-F238E27FC236}">
                  <a16:creationId xmlns:a16="http://schemas.microsoft.com/office/drawing/2014/main" id="{FABF5FC6-8AEC-41F8-6F35-7F82AC83015E}"/>
                </a:ext>
              </a:extLst>
            </p:cNvPr>
            <p:cNvSpPr/>
            <p:nvPr/>
          </p:nvSpPr>
          <p:spPr>
            <a:xfrm rot="10800000">
              <a:off x="7388274" y="3519002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>
              <a:extLst>
                <a:ext uri="{FF2B5EF4-FFF2-40B4-BE49-F238E27FC236}">
                  <a16:creationId xmlns:a16="http://schemas.microsoft.com/office/drawing/2014/main" id="{9055D53E-993E-C5AD-83CE-DB7BCCE1D9FA}"/>
                </a:ext>
              </a:extLst>
            </p:cNvPr>
            <p:cNvSpPr/>
            <p:nvPr/>
          </p:nvSpPr>
          <p:spPr>
            <a:xfrm rot="10800000">
              <a:off x="7388274" y="3738591"/>
              <a:ext cx="190650" cy="219585"/>
            </a:xfrm>
            <a:custGeom>
              <a:avLst/>
              <a:gdLst/>
              <a:ahLst/>
              <a:cxnLst/>
              <a:rect l="l" t="t" r="r" b="b"/>
              <a:pathLst>
                <a:path w="841" h="1026" extrusionOk="0">
                  <a:moveTo>
                    <a:pt x="420" y="1"/>
                  </a:moveTo>
                  <a:lnTo>
                    <a:pt x="407" y="91"/>
                  </a:lnTo>
                  <a:cubicBezTo>
                    <a:pt x="380" y="303"/>
                    <a:pt x="217" y="479"/>
                    <a:pt x="1" y="511"/>
                  </a:cubicBezTo>
                  <a:cubicBezTo>
                    <a:pt x="217" y="547"/>
                    <a:pt x="380" y="723"/>
                    <a:pt x="407" y="935"/>
                  </a:cubicBezTo>
                  <a:lnTo>
                    <a:pt x="420" y="1026"/>
                  </a:lnTo>
                  <a:lnTo>
                    <a:pt x="429" y="935"/>
                  </a:lnTo>
                  <a:cubicBezTo>
                    <a:pt x="461" y="723"/>
                    <a:pt x="623" y="547"/>
                    <a:pt x="840" y="511"/>
                  </a:cubicBezTo>
                  <a:cubicBezTo>
                    <a:pt x="623" y="475"/>
                    <a:pt x="461" y="303"/>
                    <a:pt x="429" y="91"/>
                  </a:cubicBezTo>
                  <a:lnTo>
                    <a:pt x="42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" name="Google Shape;363;p37">
            <a:extLst>
              <a:ext uri="{FF2B5EF4-FFF2-40B4-BE49-F238E27FC236}">
                <a16:creationId xmlns:a16="http://schemas.microsoft.com/office/drawing/2014/main" id="{A628F408-ECDF-AF59-E75F-42C1439C4BE7}"/>
              </a:ext>
            </a:extLst>
          </p:cNvPr>
          <p:cNvGrpSpPr/>
          <p:nvPr/>
        </p:nvGrpSpPr>
        <p:grpSpPr>
          <a:xfrm>
            <a:off x="7388273" y="1514072"/>
            <a:ext cx="310624" cy="436455"/>
            <a:chOff x="4910769" y="3624534"/>
            <a:chExt cx="118999" cy="167198"/>
          </a:xfrm>
        </p:grpSpPr>
        <p:sp>
          <p:nvSpPr>
            <p:cNvPr id="364" name="Google Shape;364;p37">
              <a:extLst>
                <a:ext uri="{FF2B5EF4-FFF2-40B4-BE49-F238E27FC236}">
                  <a16:creationId xmlns:a16="http://schemas.microsoft.com/office/drawing/2014/main" id="{A7257D48-45F1-4919-B88E-5C99ACA55A03}"/>
                </a:ext>
              </a:extLst>
            </p:cNvPr>
            <p:cNvSpPr/>
            <p:nvPr/>
          </p:nvSpPr>
          <p:spPr>
            <a:xfrm>
              <a:off x="4970405" y="3624534"/>
              <a:ext cx="68" cy="167198"/>
            </a:xfrm>
            <a:custGeom>
              <a:avLst/>
              <a:gdLst/>
              <a:ahLst/>
              <a:cxnLst/>
              <a:rect l="l" t="t" r="r" b="b"/>
              <a:pathLst>
                <a:path w="1" h="2456" fill="none" extrusionOk="0">
                  <a:moveTo>
                    <a:pt x="0" y="0"/>
                  </a:moveTo>
                  <a:lnTo>
                    <a:pt x="0" y="245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5" name="Google Shape;365;p37">
              <a:extLst>
                <a:ext uri="{FF2B5EF4-FFF2-40B4-BE49-F238E27FC236}">
                  <a16:creationId xmlns:a16="http://schemas.microsoft.com/office/drawing/2014/main" id="{FFA6729E-EE9D-C2C2-E2F7-1DFDFCE1FBB6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772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1823EF5D-4791-32AA-14FE-1597EDB3E9B6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0"/>
                  </a:moveTo>
                  <a:lnTo>
                    <a:pt x="1" y="77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36ED1D27-B415-3CB2-B965-09849EFFCD0B}"/>
                </a:ext>
              </a:extLst>
            </p:cNvPr>
            <p:cNvSpPr/>
            <p:nvPr/>
          </p:nvSpPr>
          <p:spPr>
            <a:xfrm>
              <a:off x="4910769" y="3707794"/>
              <a:ext cx="118999" cy="68"/>
            </a:xfrm>
            <a:custGeom>
              <a:avLst/>
              <a:gdLst/>
              <a:ahLst/>
              <a:cxnLst/>
              <a:rect l="l" t="t" r="r" b="b"/>
              <a:pathLst>
                <a:path w="1748" h="1" fill="none" extrusionOk="0">
                  <a:moveTo>
                    <a:pt x="174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</p:grpSp>
      <p:grpSp>
        <p:nvGrpSpPr>
          <p:cNvPr id="368" name="Google Shape;368;p37">
            <a:extLst>
              <a:ext uri="{FF2B5EF4-FFF2-40B4-BE49-F238E27FC236}">
                <a16:creationId xmlns:a16="http://schemas.microsoft.com/office/drawing/2014/main" id="{519F0420-AB5A-F1B3-EEA6-B626859B80BE}"/>
              </a:ext>
            </a:extLst>
          </p:cNvPr>
          <p:cNvGrpSpPr/>
          <p:nvPr/>
        </p:nvGrpSpPr>
        <p:grpSpPr>
          <a:xfrm>
            <a:off x="1277348" y="746172"/>
            <a:ext cx="310624" cy="436455"/>
            <a:chOff x="4910769" y="3624534"/>
            <a:chExt cx="118999" cy="167198"/>
          </a:xfrm>
        </p:grpSpPr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1267ECEB-3EF2-8007-1D86-DA4ABFC79FA5}"/>
                </a:ext>
              </a:extLst>
            </p:cNvPr>
            <p:cNvSpPr/>
            <p:nvPr/>
          </p:nvSpPr>
          <p:spPr>
            <a:xfrm>
              <a:off x="4970405" y="3624534"/>
              <a:ext cx="68" cy="167198"/>
            </a:xfrm>
            <a:custGeom>
              <a:avLst/>
              <a:gdLst/>
              <a:ahLst/>
              <a:cxnLst/>
              <a:rect l="l" t="t" r="r" b="b"/>
              <a:pathLst>
                <a:path w="1" h="2456" fill="none" extrusionOk="0">
                  <a:moveTo>
                    <a:pt x="0" y="0"/>
                  </a:moveTo>
                  <a:lnTo>
                    <a:pt x="0" y="2456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0" name="Google Shape;370;p37">
              <a:extLst>
                <a:ext uri="{FF2B5EF4-FFF2-40B4-BE49-F238E27FC236}">
                  <a16:creationId xmlns:a16="http://schemas.microsoft.com/office/drawing/2014/main" id="{FF1E42A7-2E8C-BD8F-F4F4-D720C9B6F2CD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772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1" name="Google Shape;371;p37">
              <a:extLst>
                <a:ext uri="{FF2B5EF4-FFF2-40B4-BE49-F238E27FC236}">
                  <a16:creationId xmlns:a16="http://schemas.microsoft.com/office/drawing/2014/main" id="{5EF20905-4122-FBF9-2650-C4A79436C9B9}"/>
                </a:ext>
              </a:extLst>
            </p:cNvPr>
            <p:cNvSpPr/>
            <p:nvPr/>
          </p:nvSpPr>
          <p:spPr>
            <a:xfrm>
              <a:off x="4943923" y="3681720"/>
              <a:ext cx="53237" cy="52556"/>
            </a:xfrm>
            <a:custGeom>
              <a:avLst/>
              <a:gdLst/>
              <a:ahLst/>
              <a:cxnLst/>
              <a:rect l="l" t="t" r="r" b="b"/>
              <a:pathLst>
                <a:path w="782" h="772" fill="none" extrusionOk="0">
                  <a:moveTo>
                    <a:pt x="782" y="0"/>
                  </a:moveTo>
                  <a:lnTo>
                    <a:pt x="1" y="77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  <p:sp>
          <p:nvSpPr>
            <p:cNvPr id="372" name="Google Shape;372;p37">
              <a:extLst>
                <a:ext uri="{FF2B5EF4-FFF2-40B4-BE49-F238E27FC236}">
                  <a16:creationId xmlns:a16="http://schemas.microsoft.com/office/drawing/2014/main" id="{27A49C0D-C673-94C4-B2A8-EF0017FF3FD3}"/>
                </a:ext>
              </a:extLst>
            </p:cNvPr>
            <p:cNvSpPr/>
            <p:nvPr/>
          </p:nvSpPr>
          <p:spPr>
            <a:xfrm>
              <a:off x="4910769" y="3707794"/>
              <a:ext cx="118999" cy="68"/>
            </a:xfrm>
            <a:custGeom>
              <a:avLst/>
              <a:gdLst/>
              <a:ahLst/>
              <a:cxnLst/>
              <a:rect l="l" t="t" r="r" b="b"/>
              <a:pathLst>
                <a:path w="1748" h="1" fill="none" extrusionOk="0">
                  <a:moveTo>
                    <a:pt x="1747" y="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451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07376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94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90742B48-AEFE-D0A4-A415-1E559100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55;p37">
            <a:extLst>
              <a:ext uri="{FF2B5EF4-FFF2-40B4-BE49-F238E27FC236}">
                <a16:creationId xmlns:a16="http://schemas.microsoft.com/office/drawing/2014/main" id="{D1D82B2B-2F5E-E584-B0C9-5421E9F64C3C}"/>
              </a:ext>
            </a:extLst>
          </p:cNvPr>
          <p:cNvSpPr txBox="1">
            <a:spLocks/>
          </p:cNvSpPr>
          <p:nvPr/>
        </p:nvSpPr>
        <p:spPr>
          <a:xfrm>
            <a:off x="2095500" y="1418850"/>
            <a:ext cx="4953000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41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TW" altLang="en-US" dirty="0"/>
              <a:t>愛是恆久忍耐，</a:t>
            </a:r>
            <a:endParaRPr lang="en-CA" altLang="zh-TW" dirty="0"/>
          </a:p>
          <a:p>
            <a:r>
              <a:rPr lang="zh-TW" altLang="en-US" dirty="0"/>
              <a:t>又有恩慈；</a:t>
            </a:r>
            <a:endParaRPr lang="en-CA" altLang="zh-TW" dirty="0"/>
          </a:p>
          <a:p>
            <a:r>
              <a:rPr lang="zh-TW" altLang="en-US" dirty="0"/>
              <a:t>愛是不嫉妒；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04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183169A5-9F5E-FCF2-757F-AFCFBD2A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55;p37">
            <a:extLst>
              <a:ext uri="{FF2B5EF4-FFF2-40B4-BE49-F238E27FC236}">
                <a16:creationId xmlns:a16="http://schemas.microsoft.com/office/drawing/2014/main" id="{C5F17777-32EA-CAD1-0AC4-8BAA5C88A97F}"/>
              </a:ext>
            </a:extLst>
          </p:cNvPr>
          <p:cNvSpPr txBox="1">
            <a:spLocks/>
          </p:cNvSpPr>
          <p:nvPr/>
        </p:nvSpPr>
        <p:spPr>
          <a:xfrm>
            <a:off x="2095500" y="1418850"/>
            <a:ext cx="4953000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41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TW" altLang="en-US" dirty="0"/>
              <a:t>愛是不自誇不張狂，不做害羞的事，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5234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92AA59AB-D6CE-618C-B2A6-90DC7ACE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55;p37">
            <a:extLst>
              <a:ext uri="{FF2B5EF4-FFF2-40B4-BE49-F238E27FC236}">
                <a16:creationId xmlns:a16="http://schemas.microsoft.com/office/drawing/2014/main" id="{EE007668-F44E-EBD9-9479-D22BD45F6FB9}"/>
              </a:ext>
            </a:extLst>
          </p:cNvPr>
          <p:cNvSpPr txBox="1">
            <a:spLocks/>
          </p:cNvSpPr>
          <p:nvPr/>
        </p:nvSpPr>
        <p:spPr>
          <a:xfrm>
            <a:off x="1683369" y="828371"/>
            <a:ext cx="5777261" cy="348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41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TW" altLang="en-US" dirty="0"/>
              <a:t>不求自己的益處，</a:t>
            </a:r>
            <a:endParaRPr lang="en-CA" altLang="zh-TW" dirty="0"/>
          </a:p>
          <a:p>
            <a:r>
              <a:rPr lang="zh-TW" altLang="en-US" dirty="0"/>
              <a:t>不輕易發怒</a:t>
            </a:r>
            <a:endParaRPr lang="en-CA" altLang="zh-TW" dirty="0"/>
          </a:p>
          <a:p>
            <a:r>
              <a:rPr lang="zh-TW" altLang="en-US" dirty="0"/>
              <a:t>不計算人家的惡，</a:t>
            </a:r>
            <a:endParaRPr lang="en-CA" altLang="zh-TW" dirty="0"/>
          </a:p>
          <a:p>
            <a:r>
              <a:rPr lang="zh-TW" altLang="en-US" dirty="0"/>
              <a:t>不喜歡不義只喜歡真理；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2577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D78E997B-526E-AF8E-1630-93AA8AC3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55;p37">
            <a:extLst>
              <a:ext uri="{FF2B5EF4-FFF2-40B4-BE49-F238E27FC236}">
                <a16:creationId xmlns:a16="http://schemas.microsoft.com/office/drawing/2014/main" id="{EC9AC1BA-FE77-5DF7-DE8C-3F97F7BCA37F}"/>
              </a:ext>
            </a:extLst>
          </p:cNvPr>
          <p:cNvSpPr txBox="1">
            <a:spLocks/>
          </p:cNvSpPr>
          <p:nvPr/>
        </p:nvSpPr>
        <p:spPr>
          <a:xfrm>
            <a:off x="1523535" y="1418850"/>
            <a:ext cx="6096929" cy="2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41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zh-CN" altLang="en-US" dirty="0"/>
              <a:t>凡事包容，凡事相信，</a:t>
            </a:r>
            <a:endParaRPr lang="en-CA" altLang="zh-CN" dirty="0"/>
          </a:p>
          <a:p>
            <a:r>
              <a:rPr lang="zh-CN" altLang="en-US" dirty="0"/>
              <a:t>凡事盼望，</a:t>
            </a:r>
            <a:endParaRPr lang="en-CA" altLang="zh-CN" dirty="0"/>
          </a:p>
          <a:p>
            <a:r>
              <a:rPr lang="zh-TW" altLang="en-US" dirty="0"/>
              <a:t>凡事忍耐凡事忍耐，</a:t>
            </a:r>
            <a:endParaRPr lang="en-CA" altLang="zh-TW" dirty="0"/>
          </a:p>
          <a:p>
            <a:r>
              <a:rPr lang="zh-TW" altLang="en-US" dirty="0"/>
              <a:t>愛是永不止息。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2546096"/>
      </p:ext>
    </p:extLst>
  </p:cSld>
  <p:clrMapOvr>
    <a:masterClrMapping/>
  </p:clrMapOvr>
</p:sld>
</file>

<file path=ppt/theme/theme1.xml><?xml version="1.0" encoding="utf-8"?>
<a:theme xmlns:a="http://schemas.openxmlformats.org/drawingml/2006/main" name="Night of Worship by Slidesgo">
  <a:themeElements>
    <a:clrScheme name="Simple Light">
      <a:dk1>
        <a:srgbClr val="EFB845"/>
      </a:dk1>
      <a:lt1>
        <a:srgbClr val="292A2A"/>
      </a:lt1>
      <a:dk2>
        <a:srgbClr val="CCCCCC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B8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On-screen Show (16:9)</PresentationFormat>
  <Paragraphs>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DM Sans</vt:lpstr>
      <vt:lpstr>Assistant</vt:lpstr>
      <vt:lpstr>Anaheim</vt:lpstr>
      <vt:lpstr>Hind</vt:lpstr>
      <vt:lpstr>Arial</vt:lpstr>
      <vt:lpstr>Playfair Display</vt:lpstr>
      <vt:lpstr>Nunito Light</vt:lpstr>
      <vt:lpstr>Night of Worship by Slidesgo</vt:lpstr>
      <vt:lpstr>你的爱</vt:lpstr>
      <vt:lpstr>祢创造宇宙万物  统管一切所有 但祢却关心我的需要  了解我的感受</vt:lpstr>
      <vt:lpstr>PowerPoint Presentation</vt:lpstr>
      <vt:lpstr>PowerPoint Presentation</vt:lpstr>
      <vt:lpstr>PowerPoint Presentation</vt:lpstr>
      <vt:lpstr>PowerPoint Presentation</vt:lpstr>
      <vt:lpstr>愛的真諦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Andy Wang</cp:lastModifiedBy>
  <cp:revision>1</cp:revision>
  <dcterms:modified xsi:type="dcterms:W3CDTF">2026-02-13T02:14:44Z</dcterms:modified>
</cp:coreProperties>
</file>